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65" r:id="rId3"/>
    <p:sldId id="259" r:id="rId4"/>
    <p:sldId id="257" r:id="rId5"/>
    <p:sldId id="258" r:id="rId6"/>
    <p:sldId id="263" r:id="rId7"/>
    <p:sldId id="269" r:id="rId8"/>
    <p:sldId id="266" r:id="rId9"/>
    <p:sldId id="267" r:id="rId10"/>
    <p:sldId id="268" r:id="rId11"/>
    <p:sldId id="261" r:id="rId12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</p:sldIdLst>
  <p:sldSz cx="12192000" cy="6858000"/>
  <p:notesSz cx="6858000" cy="9144000"/>
  <p:embeddedFontLst>
    <p:embeddedFont>
      <p:font typeface="Barlow" panose="00000500000000000000" pitchFamily="2" charset="0"/>
      <p:regular r:id="rId13"/>
      <p:bold r:id="rId14"/>
      <p:italic r:id="rId15"/>
      <p:boldItalic r:id="rId16"/>
    </p:embeddedFont>
    <p:embeddedFont>
      <p:font typeface="K2D" panose="020B0604020202020204" charset="-34"/>
      <p:regular r:id="rId17"/>
      <p:bold r:id="rId18"/>
      <p:italic r:id="rId19"/>
      <p:boldItalic r:id="rId20"/>
    </p:embeddedFont>
    <p:embeddedFont>
      <p:font typeface="Readex Pro" panose="020B0604020202020204" charset="-78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FFFF"/>
    <a:srgbClr val="1F5CAA"/>
    <a:srgbClr val="00AFEF"/>
    <a:srgbClr val="FFFFFF"/>
    <a:srgbClr val="27ACE3"/>
    <a:srgbClr val="1F5CA9"/>
    <a:srgbClr val="F2F2F2"/>
    <a:srgbClr val="000000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31" autoAdjust="0"/>
    <p:restoredTop sz="94660"/>
  </p:normalViewPr>
  <p:slideViewPr>
    <p:cSldViewPr snapToGrid="0">
      <p:cViewPr>
        <p:scale>
          <a:sx n="56" d="100"/>
          <a:sy n="56" d="100"/>
        </p:scale>
        <p:origin x="1152" y="1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" Type="http://schemas.openxmlformats.org/officeDocument/2006/relationships/slide" Target="slides/slide1.xml"/><Relationship Id="rId20" Type="http://schemas.openxmlformats.org/officeDocument/2006/relationships/font" Target="fonts/font8.fntdata"/><Relationship Id="rId21" Type="http://schemas.openxmlformats.org/officeDocument/2006/relationships/font" Target="fonts/font9.fntdata"/><Relationship Id="rId22" Type="http://schemas.openxmlformats.org/officeDocument/2006/relationships/font" Target="fonts/font10.fntdata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" Type="http://schemas.openxmlformats.org/officeDocument/2006/relationships/slide" Target="slides/slide2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emf"/><Relationship Id="rId4" Type="http://schemas.openxmlformats.org/officeDocument/2006/relationships/image" Target="../media/image5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emf"/><Relationship Id="rId4" Type="http://schemas.openxmlformats.org/officeDocument/2006/relationships/image" Target="../media/image5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emf"/><Relationship Id="rId4" Type="http://schemas.openxmlformats.org/officeDocument/2006/relationships/image" Target="../media/image5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4.emf"/><Relationship Id="rId5" Type="http://schemas.openxmlformats.org/officeDocument/2006/relationships/image" Target="../media/image5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emf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emf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emf"/><Relationship Id="rId4" Type="http://schemas.openxmlformats.org/officeDocument/2006/relationships/image" Target="../media/image5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9.png"/><Relationship Id="rId4" Type="http://schemas.openxmlformats.org/officeDocument/2006/relationships/image" Target="../media/image5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emf"/><Relationship Id="rId4" Type="http://schemas.openxmlformats.org/officeDocument/2006/relationships/image" Target="../media/image5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4.emf"/><Relationship Id="rId5" Type="http://schemas.openxmlformats.org/officeDocument/2006/relationships/image" Target="../media/image5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4.emf"/><Relationship Id="rId5" Type="http://schemas.openxmlformats.org/officeDocument/2006/relationships/image" Target="../media/image5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4.emf"/><Relationship Id="rId5" Type="http://schemas.openxmlformats.org/officeDocument/2006/relationships/image" Target="../media/image5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emf"/><Relationship Id="rId4" Type="http://schemas.openxmlformats.org/officeDocument/2006/relationships/image" Target="../media/image5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5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5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5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emf"/><Relationship Id="rId4" Type="http://schemas.openxmlformats.org/officeDocument/2006/relationships/image" Target="../media/image5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emf"/><Relationship Id="rId4" Type="http://schemas.openxmlformats.org/officeDocument/2006/relationships/image" Target="../media/image5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4.emf"/><Relationship Id="rId5" Type="http://schemas.openxmlformats.org/officeDocument/2006/relationships/image" Target="../media/image5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emf"/><Relationship Id="rId4" Type="http://schemas.openxmlformats.org/officeDocument/2006/relationships/image" Target="../media/image5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5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emf"/><Relationship Id="rId4" Type="http://schemas.openxmlformats.org/officeDocument/2006/relationships/image" Target="../media/image5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image" Target="../media/image4.emf"/><Relationship Id="rId5" Type="http://schemas.openxmlformats.org/officeDocument/2006/relationships/image" Target="../media/image5.em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8.png"/><Relationship Id="rId4" Type="http://schemas.openxmlformats.org/officeDocument/2006/relationships/image" Target="../media/image4.emf"/><Relationship Id="rId5" Type="http://schemas.openxmlformats.org/officeDocument/2006/relationships/image" Target="../media/image5.emf"/><Relationship Id="rId6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2008231"/>
            <a:ext cx="11205713" cy="185531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chemeClr val="bg1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3863542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65071" y="682737"/>
            <a:ext cx="1061859" cy="1062060"/>
          </a:xfrm>
          <a:prstGeom prst="rect">
            <a:avLst/>
          </a:prstGeom>
        </p:spPr>
      </p:pic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4924425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4782423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7" name="Group 6"/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2" name="Rectangle: Rounded Corners 1"/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/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/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5036" y="6478829"/>
            <a:ext cx="9326880" cy="118101"/>
          </a:xfrm>
          <a:prstGeom prst="rect">
            <a:avLst/>
          </a:prstGeom>
        </p:spPr>
      </p:pic>
      <p:sp>
        <p:nvSpPr>
          <p:cNvPr id="9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4" name="TextBox 13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6" name="TextBox 15"/>
          <p:cNvSpPr txBox="1"/>
          <p:nvPr userDrawn="1"/>
        </p:nvSpPr>
        <p:spPr>
          <a:xfrm>
            <a:off x="10529596" y="6467840"/>
            <a:ext cx="1483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2008231"/>
            <a:ext cx="11205713" cy="185531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rgbClr val="0070C0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3863542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rgbClr val="0070C0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65071" y="682679"/>
            <a:ext cx="1061859" cy="1062177"/>
          </a:xfrm>
          <a:prstGeom prst="rect">
            <a:avLst/>
          </a:prstGeom>
        </p:spPr>
      </p:pic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4924425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rgbClr val="00AFEF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4782423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529591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no logo"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686872"/>
            <a:ext cx="11205713" cy="2200204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chemeClr val="bg1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2887077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3947960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3805958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2" name="Group 1"/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4" name="Rectangle: Rounded Corners 3"/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/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/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85036" y="6478829"/>
            <a:ext cx="9326880" cy="118101"/>
          </a:xfrm>
          <a:prstGeom prst="rect">
            <a:avLst/>
          </a:prstGeom>
        </p:spPr>
      </p:pic>
      <p:sp>
        <p:nvSpPr>
          <p:cNvPr id="5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7" name="Group 6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27" name="TextBox 26"/>
          <p:cNvSpPr txBox="1"/>
          <p:nvPr userDrawn="1"/>
        </p:nvSpPr>
        <p:spPr>
          <a:xfrm>
            <a:off x="10529596" y="6467840"/>
            <a:ext cx="1483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8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2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hite P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1443567" y="1773238"/>
            <a:ext cx="10029565" cy="1655762"/>
          </a:xfrm>
        </p:spPr>
        <p:txBody>
          <a:bodyPr anchor="b" anchorCtr="0">
            <a:noAutofit/>
          </a:bodyPr>
          <a:lstStyle>
            <a:lvl1pPr algn="l">
              <a:defRPr sz="4000" b="1" baseline="0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1443566" y="3428999"/>
            <a:ext cx="10029565" cy="796491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200" baseline="0">
                <a:solidFill>
                  <a:srgbClr val="00AFEF"/>
                </a:solidFill>
                <a:latin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66" y="2942152"/>
            <a:ext cx="292100" cy="2921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lue Background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1443567" y="1773238"/>
            <a:ext cx="10029565" cy="1655762"/>
          </a:xfrm>
        </p:spPr>
        <p:txBody>
          <a:bodyPr anchor="b" anchorCtr="0">
            <a:noAutofit/>
          </a:bodyPr>
          <a:lstStyle>
            <a:lvl1pPr algn="l">
              <a:defRPr sz="4000" b="1" baseline="0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443566" y="3428999"/>
            <a:ext cx="10029565" cy="796491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200" baseline="0">
                <a:solidFill>
                  <a:schemeClr val="bg1"/>
                </a:solidFill>
                <a:latin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66" y="2914650"/>
            <a:ext cx="364657" cy="364657"/>
          </a:xfrm>
          <a:prstGeom prst="rect">
            <a:avLst/>
          </a:prstGeom>
        </p:spPr>
      </p:pic>
      <p:grpSp>
        <p:nvGrpSpPr>
          <p:cNvPr id="2" name="Group 1"/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3" name="Rectangle: Rounded Corners 2"/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/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/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99612" y="6488270"/>
            <a:ext cx="9336024" cy="118110"/>
          </a:xfrm>
          <a:prstGeom prst="rect">
            <a:avLst/>
          </a:prstGeom>
        </p:spPr>
      </p:pic>
      <p:sp>
        <p:nvSpPr>
          <p:cNvPr id="7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11577955" y="6548263"/>
            <a:ext cx="340536" cy="1703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52005"/>
            <a:ext cx="10515600" cy="1325563"/>
          </a:xfrm>
        </p:spPr>
        <p:txBody>
          <a:bodyPr>
            <a:normAutofit/>
          </a:bodyPr>
          <a:lstStyle>
            <a:lvl1pPr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 algn="just">
              <a:lnSpc>
                <a:spcPct val="100000"/>
              </a:lnSpc>
              <a:spcBef>
                <a:spcPts val="1200"/>
              </a:spcBef>
              <a:buNone/>
              <a:defRPr sz="2400">
                <a:latin typeface="Readex Pro" pitchFamily="2" charset="-78"/>
                <a:cs typeface="Readex Pro" pitchFamily="2" charset="-78"/>
              </a:defRPr>
            </a:lvl1pPr>
            <a:lvl2pPr marL="457200" indent="0" algn="just">
              <a:lnSpc>
                <a:spcPct val="100000"/>
              </a:lnSpc>
              <a:buNone/>
              <a:defRPr sz="2400">
                <a:latin typeface="Readex Pro" pitchFamily="2" charset="-78"/>
                <a:cs typeface="Readex Pro" pitchFamily="2" charset="-78"/>
              </a:defRPr>
            </a:lvl2pPr>
            <a:lvl3pPr marL="914400" indent="0" algn="just">
              <a:lnSpc>
                <a:spcPct val="100000"/>
              </a:lnSpc>
              <a:buNone/>
              <a:defRPr sz="2000">
                <a:latin typeface="Readex Pro" pitchFamily="2" charset="-78"/>
                <a:cs typeface="Readex Pro" pitchFamily="2" charset="-78"/>
              </a:defRPr>
            </a:lvl3pPr>
            <a:lvl4pPr marL="13716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4pPr>
            <a:lvl5pPr marL="18288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52005"/>
            <a:ext cx="10515600" cy="1325563"/>
          </a:xfrm>
        </p:spPr>
        <p:txBody>
          <a:bodyPr>
            <a:normAutofit/>
          </a:bodyPr>
          <a:lstStyle>
            <a:lvl1pPr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 algn="just">
              <a:lnSpc>
                <a:spcPct val="100000"/>
              </a:lnSpc>
              <a:spcBef>
                <a:spcPts val="1200"/>
              </a:spcBef>
              <a:buNone/>
              <a:defRPr sz="2400">
                <a:latin typeface="Readex Pro" pitchFamily="2" charset="-78"/>
                <a:cs typeface="Readex Pro" pitchFamily="2" charset="-78"/>
              </a:defRPr>
            </a:lvl1pPr>
            <a:lvl2pPr marL="457200" indent="0" algn="just">
              <a:lnSpc>
                <a:spcPct val="100000"/>
              </a:lnSpc>
              <a:buNone/>
              <a:defRPr sz="2400">
                <a:latin typeface="Readex Pro" pitchFamily="2" charset="-78"/>
                <a:cs typeface="Readex Pro" pitchFamily="2" charset="-78"/>
              </a:defRPr>
            </a:lvl2pPr>
            <a:lvl3pPr marL="914400" indent="0" algn="just">
              <a:lnSpc>
                <a:spcPct val="100000"/>
              </a:lnSpc>
              <a:buNone/>
              <a:defRPr sz="2000">
                <a:latin typeface="Readex Pro" pitchFamily="2" charset="-78"/>
                <a:cs typeface="Readex Pro" pitchFamily="2" charset="-78"/>
              </a:defRPr>
            </a:lvl3pPr>
            <a:lvl4pPr marL="13716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4pPr>
            <a:lvl5pPr marL="18288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- Placeholde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514350" y="1125114"/>
            <a:ext cx="446722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514348" y="2885650"/>
            <a:ext cx="4467229" cy="224454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 </a:t>
            </a:r>
            <a:endParaRPr lang="en-US" dirty="0"/>
          </a:p>
        </p:txBody>
      </p:sp>
      <p:sp>
        <p:nvSpPr>
          <p:cNvPr id="19" name="Content Placeholder 9"/>
          <p:cNvSpPr>
            <a:spLocks noGrp="1"/>
          </p:cNvSpPr>
          <p:nvPr userDrawn="1">
            <p:ph sz="quarter" idx="12" hasCustomPrompt="1"/>
          </p:nvPr>
        </p:nvSpPr>
        <p:spPr>
          <a:xfrm>
            <a:off x="5667375" y="1125114"/>
            <a:ext cx="5381626" cy="39528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holder Left - Title Righ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6737350" y="1332588"/>
            <a:ext cx="446722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737348" y="3093124"/>
            <a:ext cx="4467229" cy="2192339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19" name="Content Placeholder 9"/>
          <p:cNvSpPr>
            <a:spLocks noGrp="1"/>
          </p:cNvSpPr>
          <p:nvPr userDrawn="1">
            <p:ph sz="quarter" idx="12" hasCustomPrompt="1"/>
          </p:nvPr>
        </p:nvSpPr>
        <p:spPr>
          <a:xfrm>
            <a:off x="624706" y="1332588"/>
            <a:ext cx="5381626" cy="39528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4787900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5626100" y="1109534"/>
            <a:ext cx="595947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26098" y="2870070"/>
            <a:ext cx="5959480" cy="2502381"/>
          </a:xfrm>
        </p:spPr>
        <p:txBody>
          <a:bodyPr anchor="t" anchorCtr="0">
            <a:noAutofit/>
          </a:bodyPr>
          <a:lstStyle>
            <a:lvl1pPr marL="0" indent="0" algn="just">
              <a:lnSpc>
                <a:spcPct val="100000"/>
              </a:lnSpc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4787899" y="0"/>
            <a:ext cx="116779" cy="6858000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106" y="241300"/>
            <a:ext cx="292100" cy="2921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700000">
            <a:off x="781863" y="1310095"/>
            <a:ext cx="3916148" cy="3910374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5575300" y="769938"/>
            <a:ext cx="595947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575298" y="2530474"/>
            <a:ext cx="5959480" cy="3550350"/>
          </a:xfrm>
        </p:spPr>
        <p:txBody>
          <a:bodyPr anchor="t" anchorCtr="0">
            <a:noAutofit/>
          </a:bodyPr>
          <a:lstStyle>
            <a:lvl1pPr marL="0" indent="0" algn="just">
              <a:lnSpc>
                <a:spcPct val="100000"/>
              </a:lnSpc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3" name="Picture Placeholder 22"/>
          <p:cNvSpPr>
            <a:spLocks noGrp="1"/>
          </p:cNvSpPr>
          <p:nvPr>
            <p:ph type="pic" sz="quarter" idx="12" hasCustomPrompt="1"/>
          </p:nvPr>
        </p:nvSpPr>
        <p:spPr>
          <a:xfrm>
            <a:off x="438976" y="127568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4" name="Picture Placeholder 22"/>
          <p:cNvSpPr>
            <a:spLocks noGrp="1"/>
          </p:cNvSpPr>
          <p:nvPr>
            <p:ph type="pic" sz="quarter" idx="13" hasCustomPrompt="1"/>
          </p:nvPr>
        </p:nvSpPr>
        <p:spPr>
          <a:xfrm>
            <a:off x="438976" y="3365543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5" name="Picture Placeholder 22"/>
          <p:cNvSpPr>
            <a:spLocks noGrp="1"/>
          </p:cNvSpPr>
          <p:nvPr>
            <p:ph type="pic" sz="quarter" idx="14" hasCustomPrompt="1"/>
          </p:nvPr>
        </p:nvSpPr>
        <p:spPr>
          <a:xfrm>
            <a:off x="2032811" y="1752381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6" y="2393663"/>
            <a:ext cx="1716960" cy="1717475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 userDrawn="1"/>
        </p:nvGrpSpPr>
        <p:grpSpPr>
          <a:xfrm>
            <a:off x="170156" y="134614"/>
            <a:ext cx="3918888" cy="6192390"/>
            <a:chOff x="125766" y="134614"/>
            <a:chExt cx="3918888" cy="6192390"/>
          </a:xfrm>
        </p:grpSpPr>
        <p:sp>
          <p:nvSpPr>
            <p:cNvPr id="16" name="Rectangle 15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125766" y="134614"/>
              <a:ext cx="3918888" cy="54884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3332" y="2190750"/>
            <a:ext cx="3335867" cy="376152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3333" y="481807"/>
            <a:ext cx="3335866" cy="1570038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210050" y="1233577"/>
            <a:ext cx="7685088" cy="4882552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565" y="285479"/>
            <a:ext cx="457200" cy="4572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2" name="TextBox 11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To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152386" y="134613"/>
            <a:ext cx="11887228" cy="2275212"/>
            <a:chOff x="125766" y="134611"/>
            <a:chExt cx="3918888" cy="6192393"/>
          </a:xfrm>
        </p:grpSpPr>
        <p:sp>
          <p:nvSpPr>
            <p:cNvPr id="8" name="Rectangle 7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25766" y="134611"/>
              <a:ext cx="3918888" cy="124432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191250" y="465934"/>
            <a:ext cx="5229225" cy="1634339"/>
          </a:xfrm>
        </p:spPr>
        <p:txBody>
          <a:bodyPr wrap="square">
            <a:noAutofit/>
          </a:bodyPr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4705" y="3223632"/>
            <a:ext cx="4928369" cy="1420849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25089" y="438150"/>
            <a:ext cx="4927600" cy="2619375"/>
          </a:xfrm>
          <a:solidFill>
            <a:schemeClr val="bg1"/>
          </a:solidFill>
          <a:ln w="38100">
            <a:noFill/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624706" y="3062972"/>
            <a:ext cx="4927984" cy="88554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9466" y="2644402"/>
            <a:ext cx="3453753" cy="3402396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15" y="2177429"/>
            <a:ext cx="457200" cy="4572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5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Bot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152386" y="3979538"/>
            <a:ext cx="11887228" cy="2275212"/>
            <a:chOff x="125766" y="134611"/>
            <a:chExt cx="3918888" cy="6192393"/>
          </a:xfrm>
        </p:grpSpPr>
        <p:sp>
          <p:nvSpPr>
            <p:cNvPr id="8" name="Rectangle 7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25766" y="134611"/>
              <a:ext cx="3918888" cy="124432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41485" y="4229011"/>
            <a:ext cx="5229225" cy="163433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69891" y="811935"/>
            <a:ext cx="5229225" cy="1420849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720704" y="2860675"/>
            <a:ext cx="4927600" cy="2619375"/>
          </a:xfrm>
          <a:solidFill>
            <a:schemeClr val="bg1"/>
          </a:solidFill>
          <a:ln w="38100">
            <a:noFill/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6720704" y="2772120"/>
            <a:ext cx="4928369" cy="88554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842" y="373388"/>
            <a:ext cx="3453753" cy="3402396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22467" y="3759764"/>
            <a:ext cx="457200" cy="4572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5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Inform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580549"/>
            <a:ext cx="12192000" cy="107901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501972" y="3856819"/>
            <a:ext cx="7445428" cy="2304603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rgbClr val="000000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Các thông tin cá nhân có liên quan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503437" y="2747660"/>
            <a:ext cx="7443963" cy="90440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Nhấn vào để chỉnh sửa tên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2584938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Ảnh bìa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64144" y="1144291"/>
            <a:ext cx="2601302" cy="260604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Avatar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3631224" y="3726827"/>
            <a:ext cx="1820007" cy="45719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10348756" y="4679980"/>
            <a:ext cx="1574800" cy="1589422"/>
          </a:xfrm>
        </p:spPr>
        <p:txBody>
          <a:bodyPr anchor="ctr" anchorCtr="1"/>
          <a:lstStyle>
            <a:lvl1pPr marL="0" indent="0">
              <a:buNone/>
              <a:defRPr baseline="0">
                <a:latin typeface="K2D" panose="00000500000000000000" pitchFamily="2" charset="-34"/>
              </a:defRPr>
            </a:lvl1pPr>
          </a:lstStyle>
          <a:p>
            <a:r>
              <a:rPr lang="en-US"/>
              <a:t>Mã QR</a:t>
            </a: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 cstate="print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319" y="3749686"/>
            <a:ext cx="2513362" cy="2475989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872" y="3047462"/>
            <a:ext cx="292100" cy="29210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1" name="TextBox 10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93886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6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Tiêu đề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1919678"/>
            <a:ext cx="5046661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800" b="1" kern="1200" dirty="0" smtClean="0">
                <a:solidFill>
                  <a:srgbClr val="00AFEF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Tiêu đề phụ 1</a:t>
            </a:r>
            <a:endParaRPr lang="en-US" dirty="0"/>
          </a:p>
        </p:txBody>
      </p:sp>
      <p:sp>
        <p:nvSpPr>
          <p:cNvPr id="15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839788" y="3006726"/>
            <a:ext cx="5046662" cy="3109402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2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6308727" y="1919678"/>
            <a:ext cx="5046661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800" b="1" kern="1200" dirty="0" smtClean="0">
                <a:solidFill>
                  <a:srgbClr val="00AFEF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Tiêu đề phụ 2</a:t>
            </a:r>
            <a:endParaRPr lang="en-US" dirty="0"/>
          </a:p>
        </p:txBody>
      </p:sp>
      <p:sp>
        <p:nvSpPr>
          <p:cNvPr id="23" name="Content Placeholder 9"/>
          <p:cNvSpPr>
            <a:spLocks noGrp="1"/>
          </p:cNvSpPr>
          <p:nvPr>
            <p:ph sz="quarter" idx="14" hasCustomPrompt="1"/>
          </p:nvPr>
        </p:nvSpPr>
        <p:spPr>
          <a:xfrm>
            <a:off x="6308726" y="3006726"/>
            <a:ext cx="5046662" cy="3109402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88507"/>
            <a:ext cx="292100" cy="2921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741487" y="465301"/>
            <a:ext cx="36576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b="0" i="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  <a:endParaRPr lang="en-US" dirty="0"/>
          </a:p>
        </p:txBody>
      </p:sp>
      <p:sp>
        <p:nvSpPr>
          <p:cNvPr id="17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4678998" y="465301"/>
            <a:ext cx="3571623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18" name="Picture Placeholder 5"/>
          <p:cNvSpPr>
            <a:spLocks noGrp="1"/>
          </p:cNvSpPr>
          <p:nvPr>
            <p:ph type="pic" sz="quarter" idx="15" hasCustomPrompt="1"/>
          </p:nvPr>
        </p:nvSpPr>
        <p:spPr>
          <a:xfrm>
            <a:off x="8530533" y="474155"/>
            <a:ext cx="27432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20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7484734" y="3450874"/>
            <a:ext cx="3788999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16" hasCustomPrompt="1"/>
          </p:nvPr>
        </p:nvSpPr>
        <p:spPr>
          <a:xfrm>
            <a:off x="741485" y="3450874"/>
            <a:ext cx="64770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/>
          <p:cNvCxnSpPr/>
          <p:nvPr userDrawn="1"/>
        </p:nvCxnSpPr>
        <p:spPr>
          <a:xfrm>
            <a:off x="6096000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897765" y="1162050"/>
            <a:ext cx="4697377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4" hasCustomPrompt="1"/>
          </p:nvPr>
        </p:nvSpPr>
        <p:spPr>
          <a:xfrm>
            <a:off x="6597297" y="1162050"/>
            <a:ext cx="4697377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6" hasCustomPrompt="1"/>
          </p:nvPr>
        </p:nvSpPr>
        <p:spPr>
          <a:xfrm>
            <a:off x="898361" y="3302000"/>
            <a:ext cx="469574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6597892" y="3302000"/>
            <a:ext cx="469574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 flipH="1" flipV="1">
            <a:off x="898257" y="3126125"/>
            <a:ext cx="4692825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 flipV="1">
            <a:off x="6597788" y="3126125"/>
            <a:ext cx="4692825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329375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000" baseline="0">
                <a:latin typeface="Readex Pro" pitchFamily="2" charset="-78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038600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>
            <a:off x="8086459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4378402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4" hasCustomPrompt="1"/>
          </p:nvPr>
        </p:nvSpPr>
        <p:spPr>
          <a:xfrm>
            <a:off x="8426261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5" hasCustomPrompt="1"/>
          </p:nvPr>
        </p:nvSpPr>
        <p:spPr>
          <a:xfrm>
            <a:off x="329912" y="3302000"/>
            <a:ext cx="3367088" cy="26130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lnSpc>
                <a:spcPct val="100000"/>
              </a:lnSpc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6" hasCustomPrompt="1"/>
          </p:nvPr>
        </p:nvSpPr>
        <p:spPr>
          <a:xfrm>
            <a:off x="4378402" y="3302000"/>
            <a:ext cx="336708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8426260" y="3302000"/>
            <a:ext cx="336708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4" name="Rectangle 23"/>
          <p:cNvSpPr/>
          <p:nvPr userDrawn="1"/>
        </p:nvSpPr>
        <p:spPr>
          <a:xfrm flipH="1" flipV="1">
            <a:off x="329374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5" name="Rectangle 24"/>
          <p:cNvSpPr/>
          <p:nvPr userDrawn="1"/>
        </p:nvSpPr>
        <p:spPr>
          <a:xfrm flipH="1" flipV="1">
            <a:off x="4377232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 flipV="1">
            <a:off x="8425090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9"/>
          <p:cNvSpPr>
            <a:spLocks noGrp="1"/>
          </p:cNvSpPr>
          <p:nvPr>
            <p:ph sz="quarter" idx="12" hasCustomPrompt="1"/>
          </p:nvPr>
        </p:nvSpPr>
        <p:spPr>
          <a:xfrm rot="5400000">
            <a:off x="4113213" y="-1449386"/>
            <a:ext cx="3965573" cy="1051560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93886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Tiêu đề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88507"/>
            <a:ext cx="292100" cy="2921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 lang="en-US" sz="3200" b="1" kern="1200" smtClean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3" name="Content Placeholder 9"/>
          <p:cNvSpPr>
            <a:spLocks noGrp="1"/>
          </p:cNvSpPr>
          <p:nvPr>
            <p:ph sz="quarter" idx="12" hasCustomPrompt="1"/>
          </p:nvPr>
        </p:nvSpPr>
        <p:spPr>
          <a:xfrm rot="5400000">
            <a:off x="1875631" y="-672303"/>
            <a:ext cx="5811837" cy="788670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1981" y="51983"/>
            <a:ext cx="2921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3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25583"/>
            <a:ext cx="10515600" cy="978408"/>
          </a:xfrm>
        </p:spPr>
        <p:txBody>
          <a:bodyPr/>
          <a:lstStyle>
            <a:lvl1pPr>
              <a:defRPr lang="en-US" sz="3200" b="1" kern="1200" baseline="0" smtClean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3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ue 1">
    <p:bg>
      <p:bgPr>
        <a:solidFill>
          <a:srgbClr val="1F5C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135235" y="6474525"/>
            <a:ext cx="544432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05437" y="6454898"/>
            <a:ext cx="544432" cy="365125"/>
            <a:chOff x="119712" y="6454898"/>
            <a:chExt cx="544432" cy="365125"/>
          </a:xfrm>
        </p:grpSpPr>
        <p:sp>
          <p:nvSpPr>
            <p:cNvPr id="20" name="Rectangle 19"/>
            <p:cNvSpPr/>
            <p:nvPr userDrawn="1"/>
          </p:nvSpPr>
          <p:spPr>
            <a:xfrm>
              <a:off x="119712" y="6488235"/>
              <a:ext cx="544432" cy="298450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Slide Number Placeholder 5"/>
            <p:cNvSpPr txBox="1"/>
            <p:nvPr userDrawn="1"/>
          </p:nvSpPr>
          <p:spPr>
            <a:xfrm>
              <a:off x="159150" y="6454898"/>
              <a:ext cx="465556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bg1"/>
                  </a:solidFill>
                  <a:latin typeface="Barlow" panose="00000500000000000000" pitchFamily="2" charset="0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3E7A8FBE-F383-41C2-9A02-D1D86CE96726}" type="slidenum">
                <a:rPr lang="en-US" smtClean="0">
                  <a:latin typeface="K2D" panose="00000500000000000000" pitchFamily="2" charset="-34"/>
                </a:rPr>
                <a:t>‹#›</a:t>
              </a:fld>
              <a:endParaRPr lang="en-US">
                <a:latin typeface="K2D" panose="00000500000000000000" pitchFamily="2" charset="-34"/>
              </a:endParaRPr>
            </a:p>
          </p:txBody>
        </p:sp>
      </p:grp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>
          <a:xfrm>
            <a:off x="914400" y="6548263"/>
            <a:ext cx="2743200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817685" y="6410864"/>
            <a:ext cx="27604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baseline="0">
                <a:solidFill>
                  <a:schemeClr val="bg1"/>
                </a:solidFill>
                <a:latin typeface="K2D" panose="00000500000000000000" pitchFamily="2" charset="-34"/>
              </a:rPr>
              <a:t>ĐẠI HỌC CẦN THƠ</a:t>
            </a:r>
            <a:endParaRPr lang="en-US" sz="1400" b="1">
              <a:solidFill>
                <a:schemeClr val="bg1"/>
              </a:solidFill>
              <a:latin typeface="K2D" panose="00000500000000000000" pitchFamily="2" charset="-34"/>
            </a:endParaRPr>
          </a:p>
        </p:txBody>
      </p:sp>
      <p:sp>
        <p:nvSpPr>
          <p:cNvPr id="32" name="TextBox 31"/>
          <p:cNvSpPr txBox="1"/>
          <p:nvPr userDrawn="1"/>
        </p:nvSpPr>
        <p:spPr>
          <a:xfrm>
            <a:off x="10536385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33" name="Picture 3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602785" y="6488354"/>
            <a:ext cx="9336024" cy="118217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817685" y="6599210"/>
            <a:ext cx="19222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vi-V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rPr>
              <a:t>Cộng đồng – Toàn diện – Ưu việt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eadex Pro" pitchFamily="2" charset="-78"/>
              <a:ea typeface="+mn-ea"/>
              <a:cs typeface="+mn-cs"/>
            </a:endParaRPr>
          </a:p>
        </p:txBody>
      </p:sp>
      <p:grpSp>
        <p:nvGrpSpPr>
          <p:cNvPr id="2" name="Group 1"/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3" name="Rectangle: Rounded Corners 2"/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/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/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ue 2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grpSp>
        <p:nvGrpSpPr>
          <p:cNvPr id="6" name="Group 5"/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7" name="Rectangle: Rounded Corners 6"/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/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/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99612" y="6488270"/>
            <a:ext cx="9336024" cy="118110"/>
          </a:xfrm>
          <a:prstGeom prst="rect">
            <a:avLst/>
          </a:prstGeom>
        </p:spPr>
      </p:pic>
      <p:sp>
        <p:nvSpPr>
          <p:cNvPr id="3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11577955" y="6548263"/>
            <a:ext cx="340536" cy="1703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1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3" name="TextBox 12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6" name="TextBox 15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boo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9Slide.vn 1"/>
          <p:cNvGrpSpPr/>
          <p:nvPr userDrawn="1"/>
        </p:nvGrpSpPr>
        <p:grpSpPr>
          <a:xfrm>
            <a:off x="2262706" y="1080007"/>
            <a:ext cx="7666588" cy="4425443"/>
            <a:chOff x="2738438" y="30163"/>
            <a:chExt cx="11828463" cy="6827838"/>
          </a:xfrm>
        </p:grpSpPr>
        <p:sp>
          <p:nvSpPr>
            <p:cNvPr id="17" name="9Slide.vn 2"/>
            <p:cNvSpPr/>
            <p:nvPr/>
          </p:nvSpPr>
          <p:spPr bwMode="auto">
            <a:xfrm>
              <a:off x="3821113" y="30163"/>
              <a:ext cx="9663113" cy="6823075"/>
            </a:xfrm>
            <a:custGeom>
              <a:avLst/>
              <a:gdLst>
                <a:gd name="T0" fmla="*/ 201 w 6087"/>
                <a:gd name="T1" fmla="*/ 4298 h 4298"/>
                <a:gd name="T2" fmla="*/ 181 w 6087"/>
                <a:gd name="T3" fmla="*/ 4298 h 4298"/>
                <a:gd name="T4" fmla="*/ 141 w 6087"/>
                <a:gd name="T5" fmla="*/ 4289 h 4298"/>
                <a:gd name="T6" fmla="*/ 106 w 6087"/>
                <a:gd name="T7" fmla="*/ 4274 h 4298"/>
                <a:gd name="T8" fmla="*/ 74 w 6087"/>
                <a:gd name="T9" fmla="*/ 4252 h 4298"/>
                <a:gd name="T10" fmla="*/ 47 w 6087"/>
                <a:gd name="T11" fmla="*/ 4225 h 4298"/>
                <a:gd name="T12" fmla="*/ 25 w 6087"/>
                <a:gd name="T13" fmla="*/ 4193 h 4298"/>
                <a:gd name="T14" fmla="*/ 10 w 6087"/>
                <a:gd name="T15" fmla="*/ 4158 h 4298"/>
                <a:gd name="T16" fmla="*/ 1 w 6087"/>
                <a:gd name="T17" fmla="*/ 4118 h 4298"/>
                <a:gd name="T18" fmla="*/ 0 w 6087"/>
                <a:gd name="T19" fmla="*/ 201 h 4298"/>
                <a:gd name="T20" fmla="*/ 1 w 6087"/>
                <a:gd name="T21" fmla="*/ 181 h 4298"/>
                <a:gd name="T22" fmla="*/ 10 w 6087"/>
                <a:gd name="T23" fmla="*/ 141 h 4298"/>
                <a:gd name="T24" fmla="*/ 25 w 6087"/>
                <a:gd name="T25" fmla="*/ 105 h 4298"/>
                <a:gd name="T26" fmla="*/ 47 w 6087"/>
                <a:gd name="T27" fmla="*/ 74 h 4298"/>
                <a:gd name="T28" fmla="*/ 74 w 6087"/>
                <a:gd name="T29" fmla="*/ 47 h 4298"/>
                <a:gd name="T30" fmla="*/ 106 w 6087"/>
                <a:gd name="T31" fmla="*/ 25 h 4298"/>
                <a:gd name="T32" fmla="*/ 141 w 6087"/>
                <a:gd name="T33" fmla="*/ 10 h 4298"/>
                <a:gd name="T34" fmla="*/ 181 w 6087"/>
                <a:gd name="T35" fmla="*/ 1 h 4298"/>
                <a:gd name="T36" fmla="*/ 5887 w 6087"/>
                <a:gd name="T37" fmla="*/ 0 h 4298"/>
                <a:gd name="T38" fmla="*/ 5907 w 6087"/>
                <a:gd name="T39" fmla="*/ 1 h 4298"/>
                <a:gd name="T40" fmla="*/ 5946 w 6087"/>
                <a:gd name="T41" fmla="*/ 10 h 4298"/>
                <a:gd name="T42" fmla="*/ 5983 w 6087"/>
                <a:gd name="T43" fmla="*/ 25 h 4298"/>
                <a:gd name="T44" fmla="*/ 6015 w 6087"/>
                <a:gd name="T45" fmla="*/ 47 h 4298"/>
                <a:gd name="T46" fmla="*/ 6042 w 6087"/>
                <a:gd name="T47" fmla="*/ 74 h 4298"/>
                <a:gd name="T48" fmla="*/ 6064 w 6087"/>
                <a:gd name="T49" fmla="*/ 105 h 4298"/>
                <a:gd name="T50" fmla="*/ 6079 w 6087"/>
                <a:gd name="T51" fmla="*/ 141 h 4298"/>
                <a:gd name="T52" fmla="*/ 6087 w 6087"/>
                <a:gd name="T53" fmla="*/ 181 h 4298"/>
                <a:gd name="T54" fmla="*/ 6087 w 6087"/>
                <a:gd name="T55" fmla="*/ 4097 h 4298"/>
                <a:gd name="T56" fmla="*/ 6087 w 6087"/>
                <a:gd name="T57" fmla="*/ 4118 h 4298"/>
                <a:gd name="T58" fmla="*/ 6079 w 6087"/>
                <a:gd name="T59" fmla="*/ 4158 h 4298"/>
                <a:gd name="T60" fmla="*/ 6064 w 6087"/>
                <a:gd name="T61" fmla="*/ 4193 h 4298"/>
                <a:gd name="T62" fmla="*/ 6042 w 6087"/>
                <a:gd name="T63" fmla="*/ 4225 h 4298"/>
                <a:gd name="T64" fmla="*/ 6015 w 6087"/>
                <a:gd name="T65" fmla="*/ 4252 h 4298"/>
                <a:gd name="T66" fmla="*/ 5983 w 6087"/>
                <a:gd name="T67" fmla="*/ 4274 h 4298"/>
                <a:gd name="T68" fmla="*/ 5946 w 6087"/>
                <a:gd name="T69" fmla="*/ 4289 h 4298"/>
                <a:gd name="T70" fmla="*/ 5907 w 6087"/>
                <a:gd name="T71" fmla="*/ 4298 h 4298"/>
                <a:gd name="T72" fmla="*/ 5887 w 6087"/>
                <a:gd name="T73" fmla="*/ 4298 h 4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87" h="4298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1"/>
              <a:tileRect/>
            </a:gradFill>
            <a:ln>
              <a:noFill/>
            </a:ln>
            <a:effectLst>
              <a:innerShdw blurRad="63500">
                <a:prstClr val="black">
                  <a:alpha val="4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8" name="9Slide.vn 3"/>
            <p:cNvSpPr/>
            <p:nvPr/>
          </p:nvSpPr>
          <p:spPr bwMode="auto">
            <a:xfrm>
              <a:off x="3865563" y="74613"/>
              <a:ext cx="9574213" cy="6735763"/>
            </a:xfrm>
            <a:custGeom>
              <a:avLst/>
              <a:gdLst>
                <a:gd name="T0" fmla="*/ 173 w 6031"/>
                <a:gd name="T1" fmla="*/ 0 h 4243"/>
                <a:gd name="T2" fmla="*/ 155 w 6031"/>
                <a:gd name="T3" fmla="*/ 2 h 4243"/>
                <a:gd name="T4" fmla="*/ 121 w 6031"/>
                <a:gd name="T5" fmla="*/ 9 h 4243"/>
                <a:gd name="T6" fmla="*/ 91 w 6031"/>
                <a:gd name="T7" fmla="*/ 22 h 4243"/>
                <a:gd name="T8" fmla="*/ 64 w 6031"/>
                <a:gd name="T9" fmla="*/ 40 h 4243"/>
                <a:gd name="T10" fmla="*/ 41 w 6031"/>
                <a:gd name="T11" fmla="*/ 64 h 4243"/>
                <a:gd name="T12" fmla="*/ 22 w 6031"/>
                <a:gd name="T13" fmla="*/ 91 h 4243"/>
                <a:gd name="T14" fmla="*/ 9 w 6031"/>
                <a:gd name="T15" fmla="*/ 121 h 4243"/>
                <a:gd name="T16" fmla="*/ 2 w 6031"/>
                <a:gd name="T17" fmla="*/ 157 h 4243"/>
                <a:gd name="T18" fmla="*/ 0 w 6031"/>
                <a:gd name="T19" fmla="*/ 4069 h 4243"/>
                <a:gd name="T20" fmla="*/ 2 w 6031"/>
                <a:gd name="T21" fmla="*/ 4086 h 4243"/>
                <a:gd name="T22" fmla="*/ 9 w 6031"/>
                <a:gd name="T23" fmla="*/ 4120 h 4243"/>
                <a:gd name="T24" fmla="*/ 22 w 6031"/>
                <a:gd name="T25" fmla="*/ 4152 h 4243"/>
                <a:gd name="T26" fmla="*/ 41 w 6031"/>
                <a:gd name="T27" fmla="*/ 4179 h 4243"/>
                <a:gd name="T28" fmla="*/ 64 w 6031"/>
                <a:gd name="T29" fmla="*/ 4202 h 4243"/>
                <a:gd name="T30" fmla="*/ 91 w 6031"/>
                <a:gd name="T31" fmla="*/ 4221 h 4243"/>
                <a:gd name="T32" fmla="*/ 121 w 6031"/>
                <a:gd name="T33" fmla="*/ 4234 h 4243"/>
                <a:gd name="T34" fmla="*/ 155 w 6031"/>
                <a:gd name="T35" fmla="*/ 4241 h 4243"/>
                <a:gd name="T36" fmla="*/ 5859 w 6031"/>
                <a:gd name="T37" fmla="*/ 4243 h 4243"/>
                <a:gd name="T38" fmla="*/ 5876 w 6031"/>
                <a:gd name="T39" fmla="*/ 4241 h 4243"/>
                <a:gd name="T40" fmla="*/ 5910 w 6031"/>
                <a:gd name="T41" fmla="*/ 4234 h 4243"/>
                <a:gd name="T42" fmla="*/ 5941 w 6031"/>
                <a:gd name="T43" fmla="*/ 4221 h 4243"/>
                <a:gd name="T44" fmla="*/ 5968 w 6031"/>
                <a:gd name="T45" fmla="*/ 4202 h 4243"/>
                <a:gd name="T46" fmla="*/ 5992 w 6031"/>
                <a:gd name="T47" fmla="*/ 4179 h 4243"/>
                <a:gd name="T48" fmla="*/ 6010 w 6031"/>
                <a:gd name="T49" fmla="*/ 4152 h 4243"/>
                <a:gd name="T50" fmla="*/ 6024 w 6031"/>
                <a:gd name="T51" fmla="*/ 4120 h 4243"/>
                <a:gd name="T52" fmla="*/ 6031 w 6031"/>
                <a:gd name="T53" fmla="*/ 4086 h 4243"/>
                <a:gd name="T54" fmla="*/ 6031 w 6031"/>
                <a:gd name="T55" fmla="*/ 173 h 4243"/>
                <a:gd name="T56" fmla="*/ 6031 w 6031"/>
                <a:gd name="T57" fmla="*/ 157 h 4243"/>
                <a:gd name="T58" fmla="*/ 6024 w 6031"/>
                <a:gd name="T59" fmla="*/ 121 h 4243"/>
                <a:gd name="T60" fmla="*/ 6010 w 6031"/>
                <a:gd name="T61" fmla="*/ 91 h 4243"/>
                <a:gd name="T62" fmla="*/ 5992 w 6031"/>
                <a:gd name="T63" fmla="*/ 64 h 4243"/>
                <a:gd name="T64" fmla="*/ 5968 w 6031"/>
                <a:gd name="T65" fmla="*/ 40 h 4243"/>
                <a:gd name="T66" fmla="*/ 5941 w 6031"/>
                <a:gd name="T67" fmla="*/ 22 h 4243"/>
                <a:gd name="T68" fmla="*/ 5910 w 6031"/>
                <a:gd name="T69" fmla="*/ 9 h 4243"/>
                <a:gd name="T70" fmla="*/ 5876 w 6031"/>
                <a:gd name="T71" fmla="*/ 2 h 4243"/>
                <a:gd name="T72" fmla="*/ 5859 w 6031"/>
                <a:gd name="T73" fmla="*/ 0 h 4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31" h="4243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prstClr val="black">
                  <a:alpha val="61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9" name="9Slide.vn 4"/>
            <p:cNvSpPr/>
            <p:nvPr/>
          </p:nvSpPr>
          <p:spPr bwMode="auto">
            <a:xfrm>
              <a:off x="3892550" y="6342063"/>
              <a:ext cx="9520238" cy="441325"/>
            </a:xfrm>
            <a:custGeom>
              <a:avLst/>
              <a:gdLst>
                <a:gd name="T0" fmla="*/ 156 w 5997"/>
                <a:gd name="T1" fmla="*/ 278 h 278"/>
                <a:gd name="T2" fmla="*/ 5842 w 5997"/>
                <a:gd name="T3" fmla="*/ 278 h 278"/>
                <a:gd name="T4" fmla="*/ 5842 w 5997"/>
                <a:gd name="T5" fmla="*/ 278 h 278"/>
                <a:gd name="T6" fmla="*/ 5857 w 5997"/>
                <a:gd name="T7" fmla="*/ 276 h 278"/>
                <a:gd name="T8" fmla="*/ 5872 w 5997"/>
                <a:gd name="T9" fmla="*/ 275 h 278"/>
                <a:gd name="T10" fmla="*/ 5887 w 5997"/>
                <a:gd name="T11" fmla="*/ 269 h 278"/>
                <a:gd name="T12" fmla="*/ 5903 w 5997"/>
                <a:gd name="T13" fmla="*/ 264 h 278"/>
                <a:gd name="T14" fmla="*/ 5916 w 5997"/>
                <a:gd name="T15" fmla="*/ 258 h 278"/>
                <a:gd name="T16" fmla="*/ 5928 w 5997"/>
                <a:gd name="T17" fmla="*/ 251 h 278"/>
                <a:gd name="T18" fmla="*/ 5941 w 5997"/>
                <a:gd name="T19" fmla="*/ 241 h 278"/>
                <a:gd name="T20" fmla="*/ 5951 w 5997"/>
                <a:gd name="T21" fmla="*/ 231 h 278"/>
                <a:gd name="T22" fmla="*/ 5962 w 5997"/>
                <a:gd name="T23" fmla="*/ 221 h 278"/>
                <a:gd name="T24" fmla="*/ 5970 w 5997"/>
                <a:gd name="T25" fmla="*/ 209 h 278"/>
                <a:gd name="T26" fmla="*/ 5978 w 5997"/>
                <a:gd name="T27" fmla="*/ 195 h 278"/>
                <a:gd name="T28" fmla="*/ 5985 w 5997"/>
                <a:gd name="T29" fmla="*/ 182 h 278"/>
                <a:gd name="T30" fmla="*/ 5990 w 5997"/>
                <a:gd name="T31" fmla="*/ 167 h 278"/>
                <a:gd name="T32" fmla="*/ 5993 w 5997"/>
                <a:gd name="T33" fmla="*/ 153 h 278"/>
                <a:gd name="T34" fmla="*/ 5997 w 5997"/>
                <a:gd name="T35" fmla="*/ 137 h 278"/>
                <a:gd name="T36" fmla="*/ 5997 w 5997"/>
                <a:gd name="T37" fmla="*/ 121 h 278"/>
                <a:gd name="T38" fmla="*/ 5997 w 5997"/>
                <a:gd name="T39" fmla="*/ 0 h 278"/>
                <a:gd name="T40" fmla="*/ 0 w 5997"/>
                <a:gd name="T41" fmla="*/ 0 h 278"/>
                <a:gd name="T42" fmla="*/ 0 w 5997"/>
                <a:gd name="T43" fmla="*/ 121 h 278"/>
                <a:gd name="T44" fmla="*/ 0 w 5997"/>
                <a:gd name="T45" fmla="*/ 121 h 278"/>
                <a:gd name="T46" fmla="*/ 2 w 5997"/>
                <a:gd name="T47" fmla="*/ 137 h 278"/>
                <a:gd name="T48" fmla="*/ 3 w 5997"/>
                <a:gd name="T49" fmla="*/ 153 h 278"/>
                <a:gd name="T50" fmla="*/ 8 w 5997"/>
                <a:gd name="T51" fmla="*/ 167 h 278"/>
                <a:gd name="T52" fmla="*/ 13 w 5997"/>
                <a:gd name="T53" fmla="*/ 182 h 278"/>
                <a:gd name="T54" fmla="*/ 20 w 5997"/>
                <a:gd name="T55" fmla="*/ 195 h 278"/>
                <a:gd name="T56" fmla="*/ 27 w 5997"/>
                <a:gd name="T57" fmla="*/ 209 h 278"/>
                <a:gd name="T58" fmla="*/ 37 w 5997"/>
                <a:gd name="T59" fmla="*/ 221 h 278"/>
                <a:gd name="T60" fmla="*/ 47 w 5997"/>
                <a:gd name="T61" fmla="*/ 231 h 278"/>
                <a:gd name="T62" fmla="*/ 57 w 5997"/>
                <a:gd name="T63" fmla="*/ 241 h 278"/>
                <a:gd name="T64" fmla="*/ 69 w 5997"/>
                <a:gd name="T65" fmla="*/ 251 h 278"/>
                <a:gd name="T66" fmla="*/ 82 w 5997"/>
                <a:gd name="T67" fmla="*/ 258 h 278"/>
                <a:gd name="T68" fmla="*/ 96 w 5997"/>
                <a:gd name="T69" fmla="*/ 264 h 278"/>
                <a:gd name="T70" fmla="*/ 109 w 5997"/>
                <a:gd name="T71" fmla="*/ 269 h 278"/>
                <a:gd name="T72" fmla="*/ 124 w 5997"/>
                <a:gd name="T73" fmla="*/ 275 h 278"/>
                <a:gd name="T74" fmla="*/ 141 w 5997"/>
                <a:gd name="T75" fmla="*/ 276 h 278"/>
                <a:gd name="T76" fmla="*/ 156 w 5997"/>
                <a:gd name="T77" fmla="*/ 278 h 278"/>
                <a:gd name="T78" fmla="*/ 156 w 5997"/>
                <a:gd name="T7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997" h="278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9Slide.vn 5"/>
            <p:cNvSpPr>
              <a:spLocks noChangeArrowheads="1"/>
            </p:cNvSpPr>
            <p:nvPr/>
          </p:nvSpPr>
          <p:spPr bwMode="auto"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9Slide.vn 6"/>
            <p:cNvSpPr/>
            <p:nvPr/>
          </p:nvSpPr>
          <p:spPr bwMode="auto">
            <a:xfrm>
              <a:off x="2738438" y="6618288"/>
              <a:ext cx="11828463" cy="239713"/>
            </a:xfrm>
            <a:custGeom>
              <a:avLst/>
              <a:gdLst>
                <a:gd name="T0" fmla="*/ 7451 w 7451"/>
                <a:gd name="T1" fmla="*/ 0 h 151"/>
                <a:gd name="T2" fmla="*/ 4441 w 7451"/>
                <a:gd name="T3" fmla="*/ 1 h 151"/>
                <a:gd name="T4" fmla="*/ 4381 w 7451"/>
                <a:gd name="T5" fmla="*/ 35 h 151"/>
                <a:gd name="T6" fmla="*/ 3097 w 7451"/>
                <a:gd name="T7" fmla="*/ 35 h 151"/>
                <a:gd name="T8" fmla="*/ 3020 w 7451"/>
                <a:gd name="T9" fmla="*/ 1 h 151"/>
                <a:gd name="T10" fmla="*/ 0 w 7451"/>
                <a:gd name="T11" fmla="*/ 0 h 151"/>
                <a:gd name="T12" fmla="*/ 0 w 7451"/>
                <a:gd name="T13" fmla="*/ 35 h 151"/>
                <a:gd name="T14" fmla="*/ 0 w 7451"/>
                <a:gd name="T15" fmla="*/ 35 h 151"/>
                <a:gd name="T16" fmla="*/ 61 w 7451"/>
                <a:gd name="T17" fmla="*/ 53 h 151"/>
                <a:gd name="T18" fmla="*/ 98 w 7451"/>
                <a:gd name="T19" fmla="*/ 65 h 151"/>
                <a:gd name="T20" fmla="*/ 140 w 7451"/>
                <a:gd name="T21" fmla="*/ 75 h 151"/>
                <a:gd name="T22" fmla="*/ 140 w 7451"/>
                <a:gd name="T23" fmla="*/ 75 h 151"/>
                <a:gd name="T24" fmla="*/ 168 w 7451"/>
                <a:gd name="T25" fmla="*/ 82 h 151"/>
                <a:gd name="T26" fmla="*/ 216 w 7451"/>
                <a:gd name="T27" fmla="*/ 90 h 151"/>
                <a:gd name="T28" fmla="*/ 286 w 7451"/>
                <a:gd name="T29" fmla="*/ 102 h 151"/>
                <a:gd name="T30" fmla="*/ 384 w 7451"/>
                <a:gd name="T31" fmla="*/ 114 h 151"/>
                <a:gd name="T32" fmla="*/ 384 w 7451"/>
                <a:gd name="T33" fmla="*/ 114 h 151"/>
                <a:gd name="T34" fmla="*/ 438 w 7451"/>
                <a:gd name="T35" fmla="*/ 121 h 151"/>
                <a:gd name="T36" fmla="*/ 510 w 7451"/>
                <a:gd name="T37" fmla="*/ 127 h 151"/>
                <a:gd name="T38" fmla="*/ 601 w 7451"/>
                <a:gd name="T39" fmla="*/ 134 h 151"/>
                <a:gd name="T40" fmla="*/ 707 w 7451"/>
                <a:gd name="T41" fmla="*/ 141 h 151"/>
                <a:gd name="T42" fmla="*/ 707 w 7451"/>
                <a:gd name="T43" fmla="*/ 141 h 151"/>
                <a:gd name="T44" fmla="*/ 838 w 7451"/>
                <a:gd name="T45" fmla="*/ 146 h 151"/>
                <a:gd name="T46" fmla="*/ 924 w 7451"/>
                <a:gd name="T47" fmla="*/ 148 h 151"/>
                <a:gd name="T48" fmla="*/ 924 w 7451"/>
                <a:gd name="T49" fmla="*/ 148 h 151"/>
                <a:gd name="T50" fmla="*/ 1195 w 7451"/>
                <a:gd name="T51" fmla="*/ 149 h 151"/>
                <a:gd name="T52" fmla="*/ 1718 w 7451"/>
                <a:gd name="T53" fmla="*/ 151 h 151"/>
                <a:gd name="T54" fmla="*/ 3188 w 7451"/>
                <a:gd name="T55" fmla="*/ 151 h 151"/>
                <a:gd name="T56" fmla="*/ 5479 w 7451"/>
                <a:gd name="T57" fmla="*/ 149 h 151"/>
                <a:gd name="T58" fmla="*/ 5479 w 7451"/>
                <a:gd name="T59" fmla="*/ 149 h 151"/>
                <a:gd name="T60" fmla="*/ 5921 w 7451"/>
                <a:gd name="T61" fmla="*/ 151 h 151"/>
                <a:gd name="T62" fmla="*/ 6244 w 7451"/>
                <a:gd name="T63" fmla="*/ 151 h 151"/>
                <a:gd name="T64" fmla="*/ 6529 w 7451"/>
                <a:gd name="T65" fmla="*/ 148 h 151"/>
                <a:gd name="T66" fmla="*/ 6529 w 7451"/>
                <a:gd name="T67" fmla="*/ 148 h 151"/>
                <a:gd name="T68" fmla="*/ 6613 w 7451"/>
                <a:gd name="T69" fmla="*/ 146 h 151"/>
                <a:gd name="T70" fmla="*/ 6744 w 7451"/>
                <a:gd name="T71" fmla="*/ 141 h 151"/>
                <a:gd name="T72" fmla="*/ 6744 w 7451"/>
                <a:gd name="T73" fmla="*/ 141 h 151"/>
                <a:gd name="T74" fmla="*/ 6852 w 7451"/>
                <a:gd name="T75" fmla="*/ 134 h 151"/>
                <a:gd name="T76" fmla="*/ 6941 w 7451"/>
                <a:gd name="T77" fmla="*/ 127 h 151"/>
                <a:gd name="T78" fmla="*/ 7015 w 7451"/>
                <a:gd name="T79" fmla="*/ 121 h 151"/>
                <a:gd name="T80" fmla="*/ 7069 w 7451"/>
                <a:gd name="T81" fmla="*/ 114 h 151"/>
                <a:gd name="T82" fmla="*/ 7069 w 7451"/>
                <a:gd name="T83" fmla="*/ 114 h 151"/>
                <a:gd name="T84" fmla="*/ 7166 w 7451"/>
                <a:gd name="T85" fmla="*/ 102 h 151"/>
                <a:gd name="T86" fmla="*/ 7237 w 7451"/>
                <a:gd name="T87" fmla="*/ 90 h 151"/>
                <a:gd name="T88" fmla="*/ 7284 w 7451"/>
                <a:gd name="T89" fmla="*/ 82 h 151"/>
                <a:gd name="T90" fmla="*/ 7313 w 7451"/>
                <a:gd name="T91" fmla="*/ 75 h 151"/>
                <a:gd name="T92" fmla="*/ 7313 w 7451"/>
                <a:gd name="T93" fmla="*/ 75 h 151"/>
                <a:gd name="T94" fmla="*/ 7353 w 7451"/>
                <a:gd name="T95" fmla="*/ 65 h 151"/>
                <a:gd name="T96" fmla="*/ 7390 w 7451"/>
                <a:gd name="T97" fmla="*/ 53 h 151"/>
                <a:gd name="T98" fmla="*/ 7451 w 7451"/>
                <a:gd name="T99" fmla="*/ 35 h 151"/>
                <a:gd name="T100" fmla="*/ 7451 w 7451"/>
                <a:gd name="T10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51" h="151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ffectLst>
              <a:innerShdw blurRad="114300">
                <a:prstClr val="black">
                  <a:alpha val="7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2" name="9Slide.vn 7"/>
            <p:cNvSpPr/>
            <p:nvPr/>
          </p:nvSpPr>
          <p:spPr bwMode="auto">
            <a:xfrm>
              <a:off x="2738438" y="6618288"/>
              <a:ext cx="11828463" cy="55563"/>
            </a:xfrm>
            <a:custGeom>
              <a:avLst/>
              <a:gdLst>
                <a:gd name="T0" fmla="*/ 7451 w 7451"/>
                <a:gd name="T1" fmla="*/ 35 h 35"/>
                <a:gd name="T2" fmla="*/ 0 w 7451"/>
                <a:gd name="T3" fmla="*/ 35 h 35"/>
                <a:gd name="T4" fmla="*/ 0 w 7451"/>
                <a:gd name="T5" fmla="*/ 0 h 35"/>
                <a:gd name="T6" fmla="*/ 3020 w 7451"/>
                <a:gd name="T7" fmla="*/ 0 h 35"/>
                <a:gd name="T8" fmla="*/ 3047 w 7451"/>
                <a:gd name="T9" fmla="*/ 18 h 35"/>
                <a:gd name="T10" fmla="*/ 4413 w 7451"/>
                <a:gd name="T11" fmla="*/ 18 h 35"/>
                <a:gd name="T12" fmla="*/ 4441 w 7451"/>
                <a:gd name="T13" fmla="*/ 0 h 35"/>
                <a:gd name="T14" fmla="*/ 7451 w 7451"/>
                <a:gd name="T15" fmla="*/ 0 h 35"/>
                <a:gd name="T16" fmla="*/ 7451 w 7451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51" h="35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/>
                </a:gs>
                <a:gs pos="9000">
                  <a:srgbClr val="DFE0E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3" name="9Slide.vn 8"/>
            <p:cNvSpPr/>
            <p:nvPr/>
          </p:nvSpPr>
          <p:spPr bwMode="auto">
            <a:xfrm>
              <a:off x="7524750" y="6619875"/>
              <a:ext cx="2255838" cy="90488"/>
            </a:xfrm>
            <a:custGeom>
              <a:avLst/>
              <a:gdLst>
                <a:gd name="T0" fmla="*/ 1389 w 1421"/>
                <a:gd name="T1" fmla="*/ 2 h 57"/>
                <a:gd name="T2" fmla="*/ 32 w 1421"/>
                <a:gd name="T3" fmla="*/ 2 h 57"/>
                <a:gd name="T4" fmla="*/ 32 w 1421"/>
                <a:gd name="T5" fmla="*/ 2 h 57"/>
                <a:gd name="T6" fmla="*/ 17 w 1421"/>
                <a:gd name="T7" fmla="*/ 2 h 57"/>
                <a:gd name="T8" fmla="*/ 0 w 1421"/>
                <a:gd name="T9" fmla="*/ 0 h 57"/>
                <a:gd name="T10" fmla="*/ 0 w 1421"/>
                <a:gd name="T11" fmla="*/ 34 h 57"/>
                <a:gd name="T12" fmla="*/ 0 w 1421"/>
                <a:gd name="T13" fmla="*/ 34 h 57"/>
                <a:gd name="T14" fmla="*/ 20 w 1421"/>
                <a:gd name="T15" fmla="*/ 44 h 57"/>
                <a:gd name="T16" fmla="*/ 42 w 1421"/>
                <a:gd name="T17" fmla="*/ 51 h 57"/>
                <a:gd name="T18" fmla="*/ 64 w 1421"/>
                <a:gd name="T19" fmla="*/ 56 h 57"/>
                <a:gd name="T20" fmla="*/ 85 w 1421"/>
                <a:gd name="T21" fmla="*/ 57 h 57"/>
                <a:gd name="T22" fmla="*/ 1337 w 1421"/>
                <a:gd name="T23" fmla="*/ 57 h 57"/>
                <a:gd name="T24" fmla="*/ 1337 w 1421"/>
                <a:gd name="T25" fmla="*/ 57 h 57"/>
                <a:gd name="T26" fmla="*/ 1359 w 1421"/>
                <a:gd name="T27" fmla="*/ 56 h 57"/>
                <a:gd name="T28" fmla="*/ 1381 w 1421"/>
                <a:gd name="T29" fmla="*/ 51 h 57"/>
                <a:gd name="T30" fmla="*/ 1401 w 1421"/>
                <a:gd name="T31" fmla="*/ 44 h 57"/>
                <a:gd name="T32" fmla="*/ 1421 w 1421"/>
                <a:gd name="T33" fmla="*/ 34 h 57"/>
                <a:gd name="T34" fmla="*/ 1421 w 1421"/>
                <a:gd name="T35" fmla="*/ 0 h 57"/>
                <a:gd name="T36" fmla="*/ 1421 w 1421"/>
                <a:gd name="T37" fmla="*/ 0 h 57"/>
                <a:gd name="T38" fmla="*/ 1406 w 1421"/>
                <a:gd name="T39" fmla="*/ 2 h 57"/>
                <a:gd name="T40" fmla="*/ 1389 w 1421"/>
                <a:gd name="T41" fmla="*/ 2 h 57"/>
                <a:gd name="T42" fmla="*/ 1389 w 1421"/>
                <a:gd name="T43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21" h="57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>
                    <a:lumMod val="95000"/>
                  </a:srgbClr>
                </a:gs>
                <a:gs pos="9000">
                  <a:srgbClr val="DFE0E1">
                    <a:lumMod val="95000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3219450" y="1400175"/>
            <a:ext cx="5762625" cy="360045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boo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2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247" y="1727802"/>
            <a:ext cx="3453753" cy="3402396"/>
          </a:xfrm>
          <a:prstGeom prst="rect">
            <a:avLst/>
          </a:prstGeom>
        </p:spPr>
      </p:pic>
      <p:grpSp>
        <p:nvGrpSpPr>
          <p:cNvPr id="10" name="9Slide.vn 1"/>
          <p:cNvGrpSpPr/>
          <p:nvPr userDrawn="1"/>
        </p:nvGrpSpPr>
        <p:grpSpPr>
          <a:xfrm>
            <a:off x="5868547" y="1080007"/>
            <a:ext cx="7666588" cy="4425443"/>
            <a:chOff x="2738438" y="30163"/>
            <a:chExt cx="11828463" cy="6827838"/>
          </a:xfrm>
        </p:grpSpPr>
        <p:sp>
          <p:nvSpPr>
            <p:cNvPr id="17" name="9Slide.vn 2"/>
            <p:cNvSpPr/>
            <p:nvPr/>
          </p:nvSpPr>
          <p:spPr bwMode="auto">
            <a:xfrm>
              <a:off x="3821113" y="30163"/>
              <a:ext cx="9663113" cy="6823075"/>
            </a:xfrm>
            <a:custGeom>
              <a:avLst/>
              <a:gdLst>
                <a:gd name="T0" fmla="*/ 201 w 6087"/>
                <a:gd name="T1" fmla="*/ 4298 h 4298"/>
                <a:gd name="T2" fmla="*/ 181 w 6087"/>
                <a:gd name="T3" fmla="*/ 4298 h 4298"/>
                <a:gd name="T4" fmla="*/ 141 w 6087"/>
                <a:gd name="T5" fmla="*/ 4289 h 4298"/>
                <a:gd name="T6" fmla="*/ 106 w 6087"/>
                <a:gd name="T7" fmla="*/ 4274 h 4298"/>
                <a:gd name="T8" fmla="*/ 74 w 6087"/>
                <a:gd name="T9" fmla="*/ 4252 h 4298"/>
                <a:gd name="T10" fmla="*/ 47 w 6087"/>
                <a:gd name="T11" fmla="*/ 4225 h 4298"/>
                <a:gd name="T12" fmla="*/ 25 w 6087"/>
                <a:gd name="T13" fmla="*/ 4193 h 4298"/>
                <a:gd name="T14" fmla="*/ 10 w 6087"/>
                <a:gd name="T15" fmla="*/ 4158 h 4298"/>
                <a:gd name="T16" fmla="*/ 1 w 6087"/>
                <a:gd name="T17" fmla="*/ 4118 h 4298"/>
                <a:gd name="T18" fmla="*/ 0 w 6087"/>
                <a:gd name="T19" fmla="*/ 201 h 4298"/>
                <a:gd name="T20" fmla="*/ 1 w 6087"/>
                <a:gd name="T21" fmla="*/ 181 h 4298"/>
                <a:gd name="T22" fmla="*/ 10 w 6087"/>
                <a:gd name="T23" fmla="*/ 141 h 4298"/>
                <a:gd name="T24" fmla="*/ 25 w 6087"/>
                <a:gd name="T25" fmla="*/ 105 h 4298"/>
                <a:gd name="T26" fmla="*/ 47 w 6087"/>
                <a:gd name="T27" fmla="*/ 74 h 4298"/>
                <a:gd name="T28" fmla="*/ 74 w 6087"/>
                <a:gd name="T29" fmla="*/ 47 h 4298"/>
                <a:gd name="T30" fmla="*/ 106 w 6087"/>
                <a:gd name="T31" fmla="*/ 25 h 4298"/>
                <a:gd name="T32" fmla="*/ 141 w 6087"/>
                <a:gd name="T33" fmla="*/ 10 h 4298"/>
                <a:gd name="T34" fmla="*/ 181 w 6087"/>
                <a:gd name="T35" fmla="*/ 1 h 4298"/>
                <a:gd name="T36" fmla="*/ 5887 w 6087"/>
                <a:gd name="T37" fmla="*/ 0 h 4298"/>
                <a:gd name="T38" fmla="*/ 5907 w 6087"/>
                <a:gd name="T39" fmla="*/ 1 h 4298"/>
                <a:gd name="T40" fmla="*/ 5946 w 6087"/>
                <a:gd name="T41" fmla="*/ 10 h 4298"/>
                <a:gd name="T42" fmla="*/ 5983 w 6087"/>
                <a:gd name="T43" fmla="*/ 25 h 4298"/>
                <a:gd name="T44" fmla="*/ 6015 w 6087"/>
                <a:gd name="T45" fmla="*/ 47 h 4298"/>
                <a:gd name="T46" fmla="*/ 6042 w 6087"/>
                <a:gd name="T47" fmla="*/ 74 h 4298"/>
                <a:gd name="T48" fmla="*/ 6064 w 6087"/>
                <a:gd name="T49" fmla="*/ 105 h 4298"/>
                <a:gd name="T50" fmla="*/ 6079 w 6087"/>
                <a:gd name="T51" fmla="*/ 141 h 4298"/>
                <a:gd name="T52" fmla="*/ 6087 w 6087"/>
                <a:gd name="T53" fmla="*/ 181 h 4298"/>
                <a:gd name="T54" fmla="*/ 6087 w 6087"/>
                <a:gd name="T55" fmla="*/ 4097 h 4298"/>
                <a:gd name="T56" fmla="*/ 6087 w 6087"/>
                <a:gd name="T57" fmla="*/ 4118 h 4298"/>
                <a:gd name="T58" fmla="*/ 6079 w 6087"/>
                <a:gd name="T59" fmla="*/ 4158 h 4298"/>
                <a:gd name="T60" fmla="*/ 6064 w 6087"/>
                <a:gd name="T61" fmla="*/ 4193 h 4298"/>
                <a:gd name="T62" fmla="*/ 6042 w 6087"/>
                <a:gd name="T63" fmla="*/ 4225 h 4298"/>
                <a:gd name="T64" fmla="*/ 6015 w 6087"/>
                <a:gd name="T65" fmla="*/ 4252 h 4298"/>
                <a:gd name="T66" fmla="*/ 5983 w 6087"/>
                <a:gd name="T67" fmla="*/ 4274 h 4298"/>
                <a:gd name="T68" fmla="*/ 5946 w 6087"/>
                <a:gd name="T69" fmla="*/ 4289 h 4298"/>
                <a:gd name="T70" fmla="*/ 5907 w 6087"/>
                <a:gd name="T71" fmla="*/ 4298 h 4298"/>
                <a:gd name="T72" fmla="*/ 5887 w 6087"/>
                <a:gd name="T73" fmla="*/ 4298 h 4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87" h="4298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1"/>
              <a:tileRect/>
            </a:gradFill>
            <a:ln>
              <a:noFill/>
            </a:ln>
            <a:effectLst>
              <a:innerShdw blurRad="63500">
                <a:prstClr val="black">
                  <a:alpha val="4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8" name="9Slide.vn 3"/>
            <p:cNvSpPr/>
            <p:nvPr/>
          </p:nvSpPr>
          <p:spPr bwMode="auto">
            <a:xfrm>
              <a:off x="3865563" y="74613"/>
              <a:ext cx="9574213" cy="6735763"/>
            </a:xfrm>
            <a:custGeom>
              <a:avLst/>
              <a:gdLst>
                <a:gd name="T0" fmla="*/ 173 w 6031"/>
                <a:gd name="T1" fmla="*/ 0 h 4243"/>
                <a:gd name="T2" fmla="*/ 155 w 6031"/>
                <a:gd name="T3" fmla="*/ 2 h 4243"/>
                <a:gd name="T4" fmla="*/ 121 w 6031"/>
                <a:gd name="T5" fmla="*/ 9 h 4243"/>
                <a:gd name="T6" fmla="*/ 91 w 6031"/>
                <a:gd name="T7" fmla="*/ 22 h 4243"/>
                <a:gd name="T8" fmla="*/ 64 w 6031"/>
                <a:gd name="T9" fmla="*/ 40 h 4243"/>
                <a:gd name="T10" fmla="*/ 41 w 6031"/>
                <a:gd name="T11" fmla="*/ 64 h 4243"/>
                <a:gd name="T12" fmla="*/ 22 w 6031"/>
                <a:gd name="T13" fmla="*/ 91 h 4243"/>
                <a:gd name="T14" fmla="*/ 9 w 6031"/>
                <a:gd name="T15" fmla="*/ 121 h 4243"/>
                <a:gd name="T16" fmla="*/ 2 w 6031"/>
                <a:gd name="T17" fmla="*/ 157 h 4243"/>
                <a:gd name="T18" fmla="*/ 0 w 6031"/>
                <a:gd name="T19" fmla="*/ 4069 h 4243"/>
                <a:gd name="T20" fmla="*/ 2 w 6031"/>
                <a:gd name="T21" fmla="*/ 4086 h 4243"/>
                <a:gd name="T22" fmla="*/ 9 w 6031"/>
                <a:gd name="T23" fmla="*/ 4120 h 4243"/>
                <a:gd name="T24" fmla="*/ 22 w 6031"/>
                <a:gd name="T25" fmla="*/ 4152 h 4243"/>
                <a:gd name="T26" fmla="*/ 41 w 6031"/>
                <a:gd name="T27" fmla="*/ 4179 h 4243"/>
                <a:gd name="T28" fmla="*/ 64 w 6031"/>
                <a:gd name="T29" fmla="*/ 4202 h 4243"/>
                <a:gd name="T30" fmla="*/ 91 w 6031"/>
                <a:gd name="T31" fmla="*/ 4221 h 4243"/>
                <a:gd name="T32" fmla="*/ 121 w 6031"/>
                <a:gd name="T33" fmla="*/ 4234 h 4243"/>
                <a:gd name="T34" fmla="*/ 155 w 6031"/>
                <a:gd name="T35" fmla="*/ 4241 h 4243"/>
                <a:gd name="T36" fmla="*/ 5859 w 6031"/>
                <a:gd name="T37" fmla="*/ 4243 h 4243"/>
                <a:gd name="T38" fmla="*/ 5876 w 6031"/>
                <a:gd name="T39" fmla="*/ 4241 h 4243"/>
                <a:gd name="T40" fmla="*/ 5910 w 6031"/>
                <a:gd name="T41" fmla="*/ 4234 h 4243"/>
                <a:gd name="T42" fmla="*/ 5941 w 6031"/>
                <a:gd name="T43" fmla="*/ 4221 h 4243"/>
                <a:gd name="T44" fmla="*/ 5968 w 6031"/>
                <a:gd name="T45" fmla="*/ 4202 h 4243"/>
                <a:gd name="T46" fmla="*/ 5992 w 6031"/>
                <a:gd name="T47" fmla="*/ 4179 h 4243"/>
                <a:gd name="T48" fmla="*/ 6010 w 6031"/>
                <a:gd name="T49" fmla="*/ 4152 h 4243"/>
                <a:gd name="T50" fmla="*/ 6024 w 6031"/>
                <a:gd name="T51" fmla="*/ 4120 h 4243"/>
                <a:gd name="T52" fmla="*/ 6031 w 6031"/>
                <a:gd name="T53" fmla="*/ 4086 h 4243"/>
                <a:gd name="T54" fmla="*/ 6031 w 6031"/>
                <a:gd name="T55" fmla="*/ 173 h 4243"/>
                <a:gd name="T56" fmla="*/ 6031 w 6031"/>
                <a:gd name="T57" fmla="*/ 157 h 4243"/>
                <a:gd name="T58" fmla="*/ 6024 w 6031"/>
                <a:gd name="T59" fmla="*/ 121 h 4243"/>
                <a:gd name="T60" fmla="*/ 6010 w 6031"/>
                <a:gd name="T61" fmla="*/ 91 h 4243"/>
                <a:gd name="T62" fmla="*/ 5992 w 6031"/>
                <a:gd name="T63" fmla="*/ 64 h 4243"/>
                <a:gd name="T64" fmla="*/ 5968 w 6031"/>
                <a:gd name="T65" fmla="*/ 40 h 4243"/>
                <a:gd name="T66" fmla="*/ 5941 w 6031"/>
                <a:gd name="T67" fmla="*/ 22 h 4243"/>
                <a:gd name="T68" fmla="*/ 5910 w 6031"/>
                <a:gd name="T69" fmla="*/ 9 h 4243"/>
                <a:gd name="T70" fmla="*/ 5876 w 6031"/>
                <a:gd name="T71" fmla="*/ 2 h 4243"/>
                <a:gd name="T72" fmla="*/ 5859 w 6031"/>
                <a:gd name="T73" fmla="*/ 0 h 4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31" h="4243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prstClr val="black">
                  <a:alpha val="61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9" name="9Slide.vn 4"/>
            <p:cNvSpPr/>
            <p:nvPr/>
          </p:nvSpPr>
          <p:spPr bwMode="auto">
            <a:xfrm>
              <a:off x="3892550" y="6342063"/>
              <a:ext cx="9520238" cy="441325"/>
            </a:xfrm>
            <a:custGeom>
              <a:avLst/>
              <a:gdLst>
                <a:gd name="T0" fmla="*/ 156 w 5997"/>
                <a:gd name="T1" fmla="*/ 278 h 278"/>
                <a:gd name="T2" fmla="*/ 5842 w 5997"/>
                <a:gd name="T3" fmla="*/ 278 h 278"/>
                <a:gd name="T4" fmla="*/ 5842 w 5997"/>
                <a:gd name="T5" fmla="*/ 278 h 278"/>
                <a:gd name="T6" fmla="*/ 5857 w 5997"/>
                <a:gd name="T7" fmla="*/ 276 h 278"/>
                <a:gd name="T8" fmla="*/ 5872 w 5997"/>
                <a:gd name="T9" fmla="*/ 275 h 278"/>
                <a:gd name="T10" fmla="*/ 5887 w 5997"/>
                <a:gd name="T11" fmla="*/ 269 h 278"/>
                <a:gd name="T12" fmla="*/ 5903 w 5997"/>
                <a:gd name="T13" fmla="*/ 264 h 278"/>
                <a:gd name="T14" fmla="*/ 5916 w 5997"/>
                <a:gd name="T15" fmla="*/ 258 h 278"/>
                <a:gd name="T16" fmla="*/ 5928 w 5997"/>
                <a:gd name="T17" fmla="*/ 251 h 278"/>
                <a:gd name="T18" fmla="*/ 5941 w 5997"/>
                <a:gd name="T19" fmla="*/ 241 h 278"/>
                <a:gd name="T20" fmla="*/ 5951 w 5997"/>
                <a:gd name="T21" fmla="*/ 231 h 278"/>
                <a:gd name="T22" fmla="*/ 5962 w 5997"/>
                <a:gd name="T23" fmla="*/ 221 h 278"/>
                <a:gd name="T24" fmla="*/ 5970 w 5997"/>
                <a:gd name="T25" fmla="*/ 209 h 278"/>
                <a:gd name="T26" fmla="*/ 5978 w 5997"/>
                <a:gd name="T27" fmla="*/ 195 h 278"/>
                <a:gd name="T28" fmla="*/ 5985 w 5997"/>
                <a:gd name="T29" fmla="*/ 182 h 278"/>
                <a:gd name="T30" fmla="*/ 5990 w 5997"/>
                <a:gd name="T31" fmla="*/ 167 h 278"/>
                <a:gd name="T32" fmla="*/ 5993 w 5997"/>
                <a:gd name="T33" fmla="*/ 153 h 278"/>
                <a:gd name="T34" fmla="*/ 5997 w 5997"/>
                <a:gd name="T35" fmla="*/ 137 h 278"/>
                <a:gd name="T36" fmla="*/ 5997 w 5997"/>
                <a:gd name="T37" fmla="*/ 121 h 278"/>
                <a:gd name="T38" fmla="*/ 5997 w 5997"/>
                <a:gd name="T39" fmla="*/ 0 h 278"/>
                <a:gd name="T40" fmla="*/ 0 w 5997"/>
                <a:gd name="T41" fmla="*/ 0 h 278"/>
                <a:gd name="T42" fmla="*/ 0 w 5997"/>
                <a:gd name="T43" fmla="*/ 121 h 278"/>
                <a:gd name="T44" fmla="*/ 0 w 5997"/>
                <a:gd name="T45" fmla="*/ 121 h 278"/>
                <a:gd name="T46" fmla="*/ 2 w 5997"/>
                <a:gd name="T47" fmla="*/ 137 h 278"/>
                <a:gd name="T48" fmla="*/ 3 w 5997"/>
                <a:gd name="T49" fmla="*/ 153 h 278"/>
                <a:gd name="T50" fmla="*/ 8 w 5997"/>
                <a:gd name="T51" fmla="*/ 167 h 278"/>
                <a:gd name="T52" fmla="*/ 13 w 5997"/>
                <a:gd name="T53" fmla="*/ 182 h 278"/>
                <a:gd name="T54" fmla="*/ 20 w 5997"/>
                <a:gd name="T55" fmla="*/ 195 h 278"/>
                <a:gd name="T56" fmla="*/ 27 w 5997"/>
                <a:gd name="T57" fmla="*/ 209 h 278"/>
                <a:gd name="T58" fmla="*/ 37 w 5997"/>
                <a:gd name="T59" fmla="*/ 221 h 278"/>
                <a:gd name="T60" fmla="*/ 47 w 5997"/>
                <a:gd name="T61" fmla="*/ 231 h 278"/>
                <a:gd name="T62" fmla="*/ 57 w 5997"/>
                <a:gd name="T63" fmla="*/ 241 h 278"/>
                <a:gd name="T64" fmla="*/ 69 w 5997"/>
                <a:gd name="T65" fmla="*/ 251 h 278"/>
                <a:gd name="T66" fmla="*/ 82 w 5997"/>
                <a:gd name="T67" fmla="*/ 258 h 278"/>
                <a:gd name="T68" fmla="*/ 96 w 5997"/>
                <a:gd name="T69" fmla="*/ 264 h 278"/>
                <a:gd name="T70" fmla="*/ 109 w 5997"/>
                <a:gd name="T71" fmla="*/ 269 h 278"/>
                <a:gd name="T72" fmla="*/ 124 w 5997"/>
                <a:gd name="T73" fmla="*/ 275 h 278"/>
                <a:gd name="T74" fmla="*/ 141 w 5997"/>
                <a:gd name="T75" fmla="*/ 276 h 278"/>
                <a:gd name="T76" fmla="*/ 156 w 5997"/>
                <a:gd name="T77" fmla="*/ 278 h 278"/>
                <a:gd name="T78" fmla="*/ 156 w 5997"/>
                <a:gd name="T7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997" h="278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9Slide.vn 5"/>
            <p:cNvSpPr>
              <a:spLocks noChangeArrowheads="1"/>
            </p:cNvSpPr>
            <p:nvPr/>
          </p:nvSpPr>
          <p:spPr bwMode="auto"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9Slide.vn 6"/>
            <p:cNvSpPr/>
            <p:nvPr/>
          </p:nvSpPr>
          <p:spPr bwMode="auto">
            <a:xfrm>
              <a:off x="2738438" y="6618288"/>
              <a:ext cx="11828463" cy="239713"/>
            </a:xfrm>
            <a:custGeom>
              <a:avLst/>
              <a:gdLst>
                <a:gd name="T0" fmla="*/ 7451 w 7451"/>
                <a:gd name="T1" fmla="*/ 0 h 151"/>
                <a:gd name="T2" fmla="*/ 4441 w 7451"/>
                <a:gd name="T3" fmla="*/ 1 h 151"/>
                <a:gd name="T4" fmla="*/ 4381 w 7451"/>
                <a:gd name="T5" fmla="*/ 35 h 151"/>
                <a:gd name="T6" fmla="*/ 3097 w 7451"/>
                <a:gd name="T7" fmla="*/ 35 h 151"/>
                <a:gd name="T8" fmla="*/ 3020 w 7451"/>
                <a:gd name="T9" fmla="*/ 1 h 151"/>
                <a:gd name="T10" fmla="*/ 0 w 7451"/>
                <a:gd name="T11" fmla="*/ 0 h 151"/>
                <a:gd name="T12" fmla="*/ 0 w 7451"/>
                <a:gd name="T13" fmla="*/ 35 h 151"/>
                <a:gd name="T14" fmla="*/ 0 w 7451"/>
                <a:gd name="T15" fmla="*/ 35 h 151"/>
                <a:gd name="T16" fmla="*/ 61 w 7451"/>
                <a:gd name="T17" fmla="*/ 53 h 151"/>
                <a:gd name="T18" fmla="*/ 98 w 7451"/>
                <a:gd name="T19" fmla="*/ 65 h 151"/>
                <a:gd name="T20" fmla="*/ 140 w 7451"/>
                <a:gd name="T21" fmla="*/ 75 h 151"/>
                <a:gd name="T22" fmla="*/ 140 w 7451"/>
                <a:gd name="T23" fmla="*/ 75 h 151"/>
                <a:gd name="T24" fmla="*/ 168 w 7451"/>
                <a:gd name="T25" fmla="*/ 82 h 151"/>
                <a:gd name="T26" fmla="*/ 216 w 7451"/>
                <a:gd name="T27" fmla="*/ 90 h 151"/>
                <a:gd name="T28" fmla="*/ 286 w 7451"/>
                <a:gd name="T29" fmla="*/ 102 h 151"/>
                <a:gd name="T30" fmla="*/ 384 w 7451"/>
                <a:gd name="T31" fmla="*/ 114 h 151"/>
                <a:gd name="T32" fmla="*/ 384 w 7451"/>
                <a:gd name="T33" fmla="*/ 114 h 151"/>
                <a:gd name="T34" fmla="*/ 438 w 7451"/>
                <a:gd name="T35" fmla="*/ 121 h 151"/>
                <a:gd name="T36" fmla="*/ 510 w 7451"/>
                <a:gd name="T37" fmla="*/ 127 h 151"/>
                <a:gd name="T38" fmla="*/ 601 w 7451"/>
                <a:gd name="T39" fmla="*/ 134 h 151"/>
                <a:gd name="T40" fmla="*/ 707 w 7451"/>
                <a:gd name="T41" fmla="*/ 141 h 151"/>
                <a:gd name="T42" fmla="*/ 707 w 7451"/>
                <a:gd name="T43" fmla="*/ 141 h 151"/>
                <a:gd name="T44" fmla="*/ 838 w 7451"/>
                <a:gd name="T45" fmla="*/ 146 h 151"/>
                <a:gd name="T46" fmla="*/ 924 w 7451"/>
                <a:gd name="T47" fmla="*/ 148 h 151"/>
                <a:gd name="T48" fmla="*/ 924 w 7451"/>
                <a:gd name="T49" fmla="*/ 148 h 151"/>
                <a:gd name="T50" fmla="*/ 1195 w 7451"/>
                <a:gd name="T51" fmla="*/ 149 h 151"/>
                <a:gd name="T52" fmla="*/ 1718 w 7451"/>
                <a:gd name="T53" fmla="*/ 151 h 151"/>
                <a:gd name="T54" fmla="*/ 3188 w 7451"/>
                <a:gd name="T55" fmla="*/ 151 h 151"/>
                <a:gd name="T56" fmla="*/ 5479 w 7451"/>
                <a:gd name="T57" fmla="*/ 149 h 151"/>
                <a:gd name="T58" fmla="*/ 5479 w 7451"/>
                <a:gd name="T59" fmla="*/ 149 h 151"/>
                <a:gd name="T60" fmla="*/ 5921 w 7451"/>
                <a:gd name="T61" fmla="*/ 151 h 151"/>
                <a:gd name="T62" fmla="*/ 6244 w 7451"/>
                <a:gd name="T63" fmla="*/ 151 h 151"/>
                <a:gd name="T64" fmla="*/ 6529 w 7451"/>
                <a:gd name="T65" fmla="*/ 148 h 151"/>
                <a:gd name="T66" fmla="*/ 6529 w 7451"/>
                <a:gd name="T67" fmla="*/ 148 h 151"/>
                <a:gd name="T68" fmla="*/ 6613 w 7451"/>
                <a:gd name="T69" fmla="*/ 146 h 151"/>
                <a:gd name="T70" fmla="*/ 6744 w 7451"/>
                <a:gd name="T71" fmla="*/ 141 h 151"/>
                <a:gd name="T72" fmla="*/ 6744 w 7451"/>
                <a:gd name="T73" fmla="*/ 141 h 151"/>
                <a:gd name="T74" fmla="*/ 6852 w 7451"/>
                <a:gd name="T75" fmla="*/ 134 h 151"/>
                <a:gd name="T76" fmla="*/ 6941 w 7451"/>
                <a:gd name="T77" fmla="*/ 127 h 151"/>
                <a:gd name="T78" fmla="*/ 7015 w 7451"/>
                <a:gd name="T79" fmla="*/ 121 h 151"/>
                <a:gd name="T80" fmla="*/ 7069 w 7451"/>
                <a:gd name="T81" fmla="*/ 114 h 151"/>
                <a:gd name="T82" fmla="*/ 7069 w 7451"/>
                <a:gd name="T83" fmla="*/ 114 h 151"/>
                <a:gd name="T84" fmla="*/ 7166 w 7451"/>
                <a:gd name="T85" fmla="*/ 102 h 151"/>
                <a:gd name="T86" fmla="*/ 7237 w 7451"/>
                <a:gd name="T87" fmla="*/ 90 h 151"/>
                <a:gd name="T88" fmla="*/ 7284 w 7451"/>
                <a:gd name="T89" fmla="*/ 82 h 151"/>
                <a:gd name="T90" fmla="*/ 7313 w 7451"/>
                <a:gd name="T91" fmla="*/ 75 h 151"/>
                <a:gd name="T92" fmla="*/ 7313 w 7451"/>
                <a:gd name="T93" fmla="*/ 75 h 151"/>
                <a:gd name="T94" fmla="*/ 7353 w 7451"/>
                <a:gd name="T95" fmla="*/ 65 h 151"/>
                <a:gd name="T96" fmla="*/ 7390 w 7451"/>
                <a:gd name="T97" fmla="*/ 53 h 151"/>
                <a:gd name="T98" fmla="*/ 7451 w 7451"/>
                <a:gd name="T99" fmla="*/ 35 h 151"/>
                <a:gd name="T100" fmla="*/ 7451 w 7451"/>
                <a:gd name="T10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51" h="151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ffectLst>
              <a:innerShdw blurRad="114300">
                <a:prstClr val="black">
                  <a:alpha val="7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2" name="9Slide.vn 7"/>
            <p:cNvSpPr/>
            <p:nvPr/>
          </p:nvSpPr>
          <p:spPr bwMode="auto">
            <a:xfrm>
              <a:off x="2738438" y="6618288"/>
              <a:ext cx="11828463" cy="55563"/>
            </a:xfrm>
            <a:custGeom>
              <a:avLst/>
              <a:gdLst>
                <a:gd name="T0" fmla="*/ 7451 w 7451"/>
                <a:gd name="T1" fmla="*/ 35 h 35"/>
                <a:gd name="T2" fmla="*/ 0 w 7451"/>
                <a:gd name="T3" fmla="*/ 35 h 35"/>
                <a:gd name="T4" fmla="*/ 0 w 7451"/>
                <a:gd name="T5" fmla="*/ 0 h 35"/>
                <a:gd name="T6" fmla="*/ 3020 w 7451"/>
                <a:gd name="T7" fmla="*/ 0 h 35"/>
                <a:gd name="T8" fmla="*/ 3047 w 7451"/>
                <a:gd name="T9" fmla="*/ 18 h 35"/>
                <a:gd name="T10" fmla="*/ 4413 w 7451"/>
                <a:gd name="T11" fmla="*/ 18 h 35"/>
                <a:gd name="T12" fmla="*/ 4441 w 7451"/>
                <a:gd name="T13" fmla="*/ 0 h 35"/>
                <a:gd name="T14" fmla="*/ 7451 w 7451"/>
                <a:gd name="T15" fmla="*/ 0 h 35"/>
                <a:gd name="T16" fmla="*/ 7451 w 7451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51" h="35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/>
                </a:gs>
                <a:gs pos="9000">
                  <a:srgbClr val="DFE0E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3" name="9Slide.vn 8"/>
            <p:cNvSpPr/>
            <p:nvPr/>
          </p:nvSpPr>
          <p:spPr bwMode="auto">
            <a:xfrm>
              <a:off x="7524750" y="6619875"/>
              <a:ext cx="2255838" cy="90488"/>
            </a:xfrm>
            <a:custGeom>
              <a:avLst/>
              <a:gdLst>
                <a:gd name="T0" fmla="*/ 1389 w 1421"/>
                <a:gd name="T1" fmla="*/ 2 h 57"/>
                <a:gd name="T2" fmla="*/ 32 w 1421"/>
                <a:gd name="T3" fmla="*/ 2 h 57"/>
                <a:gd name="T4" fmla="*/ 32 w 1421"/>
                <a:gd name="T5" fmla="*/ 2 h 57"/>
                <a:gd name="T6" fmla="*/ 17 w 1421"/>
                <a:gd name="T7" fmla="*/ 2 h 57"/>
                <a:gd name="T8" fmla="*/ 0 w 1421"/>
                <a:gd name="T9" fmla="*/ 0 h 57"/>
                <a:gd name="T10" fmla="*/ 0 w 1421"/>
                <a:gd name="T11" fmla="*/ 34 h 57"/>
                <a:gd name="T12" fmla="*/ 0 w 1421"/>
                <a:gd name="T13" fmla="*/ 34 h 57"/>
                <a:gd name="T14" fmla="*/ 20 w 1421"/>
                <a:gd name="T15" fmla="*/ 44 h 57"/>
                <a:gd name="T16" fmla="*/ 42 w 1421"/>
                <a:gd name="T17" fmla="*/ 51 h 57"/>
                <a:gd name="T18" fmla="*/ 64 w 1421"/>
                <a:gd name="T19" fmla="*/ 56 h 57"/>
                <a:gd name="T20" fmla="*/ 85 w 1421"/>
                <a:gd name="T21" fmla="*/ 57 h 57"/>
                <a:gd name="T22" fmla="*/ 1337 w 1421"/>
                <a:gd name="T23" fmla="*/ 57 h 57"/>
                <a:gd name="T24" fmla="*/ 1337 w 1421"/>
                <a:gd name="T25" fmla="*/ 57 h 57"/>
                <a:gd name="T26" fmla="*/ 1359 w 1421"/>
                <a:gd name="T27" fmla="*/ 56 h 57"/>
                <a:gd name="T28" fmla="*/ 1381 w 1421"/>
                <a:gd name="T29" fmla="*/ 51 h 57"/>
                <a:gd name="T30" fmla="*/ 1401 w 1421"/>
                <a:gd name="T31" fmla="*/ 44 h 57"/>
                <a:gd name="T32" fmla="*/ 1421 w 1421"/>
                <a:gd name="T33" fmla="*/ 34 h 57"/>
                <a:gd name="T34" fmla="*/ 1421 w 1421"/>
                <a:gd name="T35" fmla="*/ 0 h 57"/>
                <a:gd name="T36" fmla="*/ 1421 w 1421"/>
                <a:gd name="T37" fmla="*/ 0 h 57"/>
                <a:gd name="T38" fmla="*/ 1406 w 1421"/>
                <a:gd name="T39" fmla="*/ 2 h 57"/>
                <a:gd name="T40" fmla="*/ 1389 w 1421"/>
                <a:gd name="T41" fmla="*/ 2 h 57"/>
                <a:gd name="T42" fmla="*/ 1389 w 1421"/>
                <a:gd name="T43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21" h="57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>
                    <a:lumMod val="95000"/>
                  </a:srgbClr>
                </a:gs>
                <a:gs pos="9000">
                  <a:srgbClr val="DFE0E1">
                    <a:lumMod val="95000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6825291" y="1400175"/>
            <a:ext cx="5762625" cy="360045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514349" y="1400175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4348" y="3160711"/>
            <a:ext cx="5153026" cy="1839914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514349" y="1048131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4348" y="2808667"/>
            <a:ext cx="5153026" cy="228720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3" y="1742120"/>
            <a:ext cx="3453753" cy="3402396"/>
          </a:xfrm>
          <a:prstGeom prst="rect">
            <a:avLst/>
          </a:prstGeom>
        </p:spPr>
      </p:pic>
      <p:pic>
        <p:nvPicPr>
          <p:cNvPr id="20" name="Picture 2" descr="Samsung Mobile Mockup Template Download on Pngtree | Mobile mockup, Samsung  mobile, Samsu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875" y="657226"/>
            <a:ext cx="4972049" cy="497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8305800" y="1057275"/>
            <a:ext cx="2095500" cy="4038600"/>
          </a:xfrm>
          <a:prstGeom prst="roundRect">
            <a:avLst>
              <a:gd name="adj" fmla="val 4741"/>
            </a:avLst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3863" y="1011126"/>
            <a:ext cx="3171810" cy="513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3" y="1742120"/>
            <a:ext cx="3453753" cy="3402396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7" name="Title 1"/>
          <p:cNvSpPr>
            <a:spLocks noGrp="1"/>
          </p:cNvSpPr>
          <p:nvPr>
            <p:ph type="ctrTitle" hasCustomPrompt="1"/>
          </p:nvPr>
        </p:nvSpPr>
        <p:spPr>
          <a:xfrm>
            <a:off x="514349" y="1048131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4348" y="2808667"/>
            <a:ext cx="5153026" cy="228720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13" name="Picture Placeholder 1"/>
          <p:cNvSpPr>
            <a:spLocks noGrp="1"/>
          </p:cNvSpPr>
          <p:nvPr>
            <p:ph type="pic" sz="quarter" idx="15" hasCustomPrompt="1"/>
          </p:nvPr>
        </p:nvSpPr>
        <p:spPr>
          <a:xfrm>
            <a:off x="8461702" y="1108334"/>
            <a:ext cx="2131430" cy="4626572"/>
          </a:xfrm>
          <a:custGeom>
            <a:avLst/>
            <a:gdLst>
              <a:gd name="connsiteX0" fmla="*/ 0 w 2111887"/>
              <a:gd name="connsiteY0" fmla="*/ 247217 h 4543425"/>
              <a:gd name="connsiteX1" fmla="*/ 247217 w 2111887"/>
              <a:gd name="connsiteY1" fmla="*/ 0 h 4543425"/>
              <a:gd name="connsiteX2" fmla="*/ 1864670 w 2111887"/>
              <a:gd name="connsiteY2" fmla="*/ 0 h 4543425"/>
              <a:gd name="connsiteX3" fmla="*/ 2111887 w 2111887"/>
              <a:gd name="connsiteY3" fmla="*/ 247217 h 4543425"/>
              <a:gd name="connsiteX4" fmla="*/ 2111887 w 2111887"/>
              <a:gd name="connsiteY4" fmla="*/ 4296208 h 4543425"/>
              <a:gd name="connsiteX5" fmla="*/ 1864670 w 2111887"/>
              <a:gd name="connsiteY5" fmla="*/ 4543425 h 4543425"/>
              <a:gd name="connsiteX6" fmla="*/ 247217 w 2111887"/>
              <a:gd name="connsiteY6" fmla="*/ 4543425 h 4543425"/>
              <a:gd name="connsiteX7" fmla="*/ 0 w 2111887"/>
              <a:gd name="connsiteY7" fmla="*/ 4296208 h 4543425"/>
              <a:gd name="connsiteX8" fmla="*/ 0 w 2111887"/>
              <a:gd name="connsiteY8" fmla="*/ 247217 h 4543425"/>
              <a:gd name="connsiteX0-1" fmla="*/ 0 w 2111887"/>
              <a:gd name="connsiteY0-2" fmla="*/ 247221 h 4543429"/>
              <a:gd name="connsiteX1-3" fmla="*/ 247217 w 2111887"/>
              <a:gd name="connsiteY1-4" fmla="*/ 4 h 4543429"/>
              <a:gd name="connsiteX2-5" fmla="*/ 1103287 w 2111887"/>
              <a:gd name="connsiteY2-6" fmla="*/ 100016 h 4543429"/>
              <a:gd name="connsiteX3-7" fmla="*/ 1864670 w 2111887"/>
              <a:gd name="connsiteY3-8" fmla="*/ 4 h 4543429"/>
              <a:gd name="connsiteX4-9" fmla="*/ 2111887 w 2111887"/>
              <a:gd name="connsiteY4-10" fmla="*/ 247221 h 4543429"/>
              <a:gd name="connsiteX5-11" fmla="*/ 2111887 w 2111887"/>
              <a:gd name="connsiteY5-12" fmla="*/ 4296212 h 4543429"/>
              <a:gd name="connsiteX6-13" fmla="*/ 1864670 w 2111887"/>
              <a:gd name="connsiteY6-14" fmla="*/ 4543429 h 4543429"/>
              <a:gd name="connsiteX7-15" fmla="*/ 247217 w 2111887"/>
              <a:gd name="connsiteY7-16" fmla="*/ 4543429 h 4543429"/>
              <a:gd name="connsiteX8-17" fmla="*/ 0 w 2111887"/>
              <a:gd name="connsiteY8-18" fmla="*/ 4296212 h 4543429"/>
              <a:gd name="connsiteX9" fmla="*/ 0 w 2111887"/>
              <a:gd name="connsiteY9" fmla="*/ 247221 h 4543429"/>
              <a:gd name="connsiteX0-19" fmla="*/ 0 w 2111887"/>
              <a:gd name="connsiteY0-20" fmla="*/ 264906 h 4561114"/>
              <a:gd name="connsiteX1-21" fmla="*/ 247217 w 2111887"/>
              <a:gd name="connsiteY1-22" fmla="*/ 17689 h 4561114"/>
              <a:gd name="connsiteX2-23" fmla="*/ 665137 w 2111887"/>
              <a:gd name="connsiteY2-24" fmla="*/ 22451 h 4561114"/>
              <a:gd name="connsiteX3-25" fmla="*/ 1103287 w 2111887"/>
              <a:gd name="connsiteY3-26" fmla="*/ 117701 h 4561114"/>
              <a:gd name="connsiteX4-27" fmla="*/ 1864670 w 2111887"/>
              <a:gd name="connsiteY4-28" fmla="*/ 17689 h 4561114"/>
              <a:gd name="connsiteX5-29" fmla="*/ 2111887 w 2111887"/>
              <a:gd name="connsiteY5-30" fmla="*/ 264906 h 4561114"/>
              <a:gd name="connsiteX6-31" fmla="*/ 2111887 w 2111887"/>
              <a:gd name="connsiteY6-32" fmla="*/ 4313897 h 4561114"/>
              <a:gd name="connsiteX7-33" fmla="*/ 1864670 w 2111887"/>
              <a:gd name="connsiteY7-34" fmla="*/ 4561114 h 4561114"/>
              <a:gd name="connsiteX8-35" fmla="*/ 247217 w 2111887"/>
              <a:gd name="connsiteY8-36" fmla="*/ 4561114 h 4561114"/>
              <a:gd name="connsiteX9-37" fmla="*/ 0 w 2111887"/>
              <a:gd name="connsiteY9-38" fmla="*/ 4313897 h 4561114"/>
              <a:gd name="connsiteX10" fmla="*/ 0 w 2111887"/>
              <a:gd name="connsiteY10" fmla="*/ 264906 h 4561114"/>
              <a:gd name="connsiteX0-39" fmla="*/ 0 w 2111887"/>
              <a:gd name="connsiteY0-40" fmla="*/ 269676 h 4565884"/>
              <a:gd name="connsiteX1-41" fmla="*/ 247217 w 2111887"/>
              <a:gd name="connsiteY1-42" fmla="*/ 22459 h 4565884"/>
              <a:gd name="connsiteX2-43" fmla="*/ 612749 w 2111887"/>
              <a:gd name="connsiteY2-44" fmla="*/ 15315 h 4565884"/>
              <a:gd name="connsiteX3-45" fmla="*/ 1103287 w 2111887"/>
              <a:gd name="connsiteY3-46" fmla="*/ 122471 h 4565884"/>
              <a:gd name="connsiteX4-47" fmla="*/ 1864670 w 2111887"/>
              <a:gd name="connsiteY4-48" fmla="*/ 22459 h 4565884"/>
              <a:gd name="connsiteX5-49" fmla="*/ 2111887 w 2111887"/>
              <a:gd name="connsiteY5-50" fmla="*/ 269676 h 4565884"/>
              <a:gd name="connsiteX6-51" fmla="*/ 2111887 w 2111887"/>
              <a:gd name="connsiteY6-52" fmla="*/ 4318667 h 4565884"/>
              <a:gd name="connsiteX7-53" fmla="*/ 1864670 w 2111887"/>
              <a:gd name="connsiteY7-54" fmla="*/ 4565884 h 4565884"/>
              <a:gd name="connsiteX8-55" fmla="*/ 247217 w 2111887"/>
              <a:gd name="connsiteY8-56" fmla="*/ 4565884 h 4565884"/>
              <a:gd name="connsiteX9-57" fmla="*/ 0 w 2111887"/>
              <a:gd name="connsiteY9-58" fmla="*/ 4318667 h 4565884"/>
              <a:gd name="connsiteX10-59" fmla="*/ 0 w 2111887"/>
              <a:gd name="connsiteY10-60" fmla="*/ 269676 h 4565884"/>
              <a:gd name="connsiteX0-61" fmla="*/ 0 w 2111887"/>
              <a:gd name="connsiteY0-62" fmla="*/ 275247 h 4571455"/>
              <a:gd name="connsiteX1-63" fmla="*/ 247217 w 2111887"/>
              <a:gd name="connsiteY1-64" fmla="*/ 18505 h 4571455"/>
              <a:gd name="connsiteX2-65" fmla="*/ 612749 w 2111887"/>
              <a:gd name="connsiteY2-66" fmla="*/ 20886 h 4571455"/>
              <a:gd name="connsiteX3-67" fmla="*/ 1103287 w 2111887"/>
              <a:gd name="connsiteY3-68" fmla="*/ 128042 h 4571455"/>
              <a:gd name="connsiteX4-69" fmla="*/ 1864670 w 2111887"/>
              <a:gd name="connsiteY4-70" fmla="*/ 28030 h 4571455"/>
              <a:gd name="connsiteX5-71" fmla="*/ 2111887 w 2111887"/>
              <a:gd name="connsiteY5-72" fmla="*/ 275247 h 4571455"/>
              <a:gd name="connsiteX6-73" fmla="*/ 2111887 w 2111887"/>
              <a:gd name="connsiteY6-74" fmla="*/ 4324238 h 4571455"/>
              <a:gd name="connsiteX7-75" fmla="*/ 1864670 w 2111887"/>
              <a:gd name="connsiteY7-76" fmla="*/ 4571455 h 4571455"/>
              <a:gd name="connsiteX8-77" fmla="*/ 247217 w 2111887"/>
              <a:gd name="connsiteY8-78" fmla="*/ 4571455 h 4571455"/>
              <a:gd name="connsiteX9-79" fmla="*/ 0 w 2111887"/>
              <a:gd name="connsiteY9-80" fmla="*/ 4324238 h 4571455"/>
              <a:gd name="connsiteX10-81" fmla="*/ 0 w 2111887"/>
              <a:gd name="connsiteY10-82" fmla="*/ 275247 h 4571455"/>
              <a:gd name="connsiteX0-83" fmla="*/ 0 w 2111887"/>
              <a:gd name="connsiteY0-84" fmla="*/ 268247 h 4564455"/>
              <a:gd name="connsiteX1-85" fmla="*/ 247217 w 2111887"/>
              <a:gd name="connsiteY1-86" fmla="*/ 11505 h 4564455"/>
              <a:gd name="connsiteX2-87" fmla="*/ 612749 w 2111887"/>
              <a:gd name="connsiteY2-88" fmla="*/ 13886 h 4564455"/>
              <a:gd name="connsiteX3-89" fmla="*/ 1103287 w 2111887"/>
              <a:gd name="connsiteY3-90" fmla="*/ 121042 h 4564455"/>
              <a:gd name="connsiteX4-91" fmla="*/ 1864670 w 2111887"/>
              <a:gd name="connsiteY4-92" fmla="*/ 21030 h 4564455"/>
              <a:gd name="connsiteX5-93" fmla="*/ 2111887 w 2111887"/>
              <a:gd name="connsiteY5-94" fmla="*/ 268247 h 4564455"/>
              <a:gd name="connsiteX6-95" fmla="*/ 2111887 w 2111887"/>
              <a:gd name="connsiteY6-96" fmla="*/ 4317238 h 4564455"/>
              <a:gd name="connsiteX7-97" fmla="*/ 1864670 w 2111887"/>
              <a:gd name="connsiteY7-98" fmla="*/ 4564455 h 4564455"/>
              <a:gd name="connsiteX8-99" fmla="*/ 247217 w 2111887"/>
              <a:gd name="connsiteY8-100" fmla="*/ 4564455 h 4564455"/>
              <a:gd name="connsiteX9-101" fmla="*/ 0 w 2111887"/>
              <a:gd name="connsiteY9-102" fmla="*/ 4317238 h 4564455"/>
              <a:gd name="connsiteX10-103" fmla="*/ 0 w 2111887"/>
              <a:gd name="connsiteY10-104" fmla="*/ 268247 h 4564455"/>
              <a:gd name="connsiteX0-105" fmla="*/ 0 w 2111887"/>
              <a:gd name="connsiteY0-106" fmla="*/ 268247 h 4564455"/>
              <a:gd name="connsiteX1-107" fmla="*/ 247217 w 2111887"/>
              <a:gd name="connsiteY1-108" fmla="*/ 11505 h 4564455"/>
              <a:gd name="connsiteX2-109" fmla="*/ 612749 w 2111887"/>
              <a:gd name="connsiteY2-110" fmla="*/ 13886 h 4564455"/>
              <a:gd name="connsiteX3-111" fmla="*/ 784200 w 2111887"/>
              <a:gd name="connsiteY3-112" fmla="*/ 59130 h 4564455"/>
              <a:gd name="connsiteX4-113" fmla="*/ 1103287 w 2111887"/>
              <a:gd name="connsiteY4-114" fmla="*/ 121042 h 4564455"/>
              <a:gd name="connsiteX5-115" fmla="*/ 1864670 w 2111887"/>
              <a:gd name="connsiteY5-116" fmla="*/ 21030 h 4564455"/>
              <a:gd name="connsiteX6-117" fmla="*/ 2111887 w 2111887"/>
              <a:gd name="connsiteY6-118" fmla="*/ 268247 h 4564455"/>
              <a:gd name="connsiteX7-119" fmla="*/ 2111887 w 2111887"/>
              <a:gd name="connsiteY7-120" fmla="*/ 4317238 h 4564455"/>
              <a:gd name="connsiteX8-121" fmla="*/ 1864670 w 2111887"/>
              <a:gd name="connsiteY8-122" fmla="*/ 4564455 h 4564455"/>
              <a:gd name="connsiteX9-123" fmla="*/ 247217 w 2111887"/>
              <a:gd name="connsiteY9-124" fmla="*/ 4564455 h 4564455"/>
              <a:gd name="connsiteX10-125" fmla="*/ 0 w 2111887"/>
              <a:gd name="connsiteY10-126" fmla="*/ 4317238 h 4564455"/>
              <a:gd name="connsiteX11" fmla="*/ 0 w 2111887"/>
              <a:gd name="connsiteY11" fmla="*/ 268247 h 4564455"/>
              <a:gd name="connsiteX0-127" fmla="*/ 0 w 2111887"/>
              <a:gd name="connsiteY0-128" fmla="*/ 268247 h 4564455"/>
              <a:gd name="connsiteX1-129" fmla="*/ 247217 w 2111887"/>
              <a:gd name="connsiteY1-130" fmla="*/ 11505 h 4564455"/>
              <a:gd name="connsiteX2-131" fmla="*/ 612749 w 2111887"/>
              <a:gd name="connsiteY2-132" fmla="*/ 13886 h 4564455"/>
              <a:gd name="connsiteX3-133" fmla="*/ 691331 w 2111887"/>
              <a:gd name="connsiteY3-134" fmla="*/ 101992 h 4564455"/>
              <a:gd name="connsiteX4-135" fmla="*/ 1103287 w 2111887"/>
              <a:gd name="connsiteY4-136" fmla="*/ 121042 h 4564455"/>
              <a:gd name="connsiteX5-137" fmla="*/ 1864670 w 2111887"/>
              <a:gd name="connsiteY5-138" fmla="*/ 21030 h 4564455"/>
              <a:gd name="connsiteX6-139" fmla="*/ 2111887 w 2111887"/>
              <a:gd name="connsiteY6-140" fmla="*/ 268247 h 4564455"/>
              <a:gd name="connsiteX7-141" fmla="*/ 2111887 w 2111887"/>
              <a:gd name="connsiteY7-142" fmla="*/ 4317238 h 4564455"/>
              <a:gd name="connsiteX8-143" fmla="*/ 1864670 w 2111887"/>
              <a:gd name="connsiteY8-144" fmla="*/ 4564455 h 4564455"/>
              <a:gd name="connsiteX9-145" fmla="*/ 247217 w 2111887"/>
              <a:gd name="connsiteY9-146" fmla="*/ 4564455 h 4564455"/>
              <a:gd name="connsiteX10-147" fmla="*/ 0 w 2111887"/>
              <a:gd name="connsiteY10-148" fmla="*/ 4317238 h 4564455"/>
              <a:gd name="connsiteX11-149" fmla="*/ 0 w 2111887"/>
              <a:gd name="connsiteY11-150" fmla="*/ 268247 h 4564455"/>
              <a:gd name="connsiteX0-151" fmla="*/ 0 w 2111887"/>
              <a:gd name="connsiteY0-152" fmla="*/ 268247 h 4564455"/>
              <a:gd name="connsiteX1-153" fmla="*/ 247217 w 2111887"/>
              <a:gd name="connsiteY1-154" fmla="*/ 11505 h 4564455"/>
              <a:gd name="connsiteX2-155" fmla="*/ 612749 w 2111887"/>
              <a:gd name="connsiteY2-156" fmla="*/ 13886 h 4564455"/>
              <a:gd name="connsiteX3-157" fmla="*/ 691331 w 2111887"/>
              <a:gd name="connsiteY3-158" fmla="*/ 101992 h 4564455"/>
              <a:gd name="connsiteX4-159" fmla="*/ 1103287 w 2111887"/>
              <a:gd name="connsiteY4-160" fmla="*/ 121042 h 4564455"/>
              <a:gd name="connsiteX5-161" fmla="*/ 1453331 w 2111887"/>
              <a:gd name="connsiteY5-162" fmla="*/ 123424 h 4564455"/>
              <a:gd name="connsiteX6-163" fmla="*/ 1864670 w 2111887"/>
              <a:gd name="connsiteY6-164" fmla="*/ 21030 h 4564455"/>
              <a:gd name="connsiteX7-165" fmla="*/ 2111887 w 2111887"/>
              <a:gd name="connsiteY7-166" fmla="*/ 268247 h 4564455"/>
              <a:gd name="connsiteX8-167" fmla="*/ 2111887 w 2111887"/>
              <a:gd name="connsiteY8-168" fmla="*/ 4317238 h 4564455"/>
              <a:gd name="connsiteX9-169" fmla="*/ 1864670 w 2111887"/>
              <a:gd name="connsiteY9-170" fmla="*/ 4564455 h 4564455"/>
              <a:gd name="connsiteX10-171" fmla="*/ 247217 w 2111887"/>
              <a:gd name="connsiteY10-172" fmla="*/ 4564455 h 4564455"/>
              <a:gd name="connsiteX11-173" fmla="*/ 0 w 2111887"/>
              <a:gd name="connsiteY11-174" fmla="*/ 4317238 h 4564455"/>
              <a:gd name="connsiteX12" fmla="*/ 0 w 2111887"/>
              <a:gd name="connsiteY12" fmla="*/ 268247 h 4564455"/>
              <a:gd name="connsiteX0-175" fmla="*/ 0 w 2111887"/>
              <a:gd name="connsiteY0-176" fmla="*/ 268247 h 4564455"/>
              <a:gd name="connsiteX1-177" fmla="*/ 247217 w 2111887"/>
              <a:gd name="connsiteY1-178" fmla="*/ 11505 h 4564455"/>
              <a:gd name="connsiteX2-179" fmla="*/ 612749 w 2111887"/>
              <a:gd name="connsiteY2-180" fmla="*/ 13886 h 4564455"/>
              <a:gd name="connsiteX3-181" fmla="*/ 691331 w 2111887"/>
              <a:gd name="connsiteY3-182" fmla="*/ 101992 h 4564455"/>
              <a:gd name="connsiteX4-183" fmla="*/ 1103287 w 2111887"/>
              <a:gd name="connsiteY4-184" fmla="*/ 121042 h 4564455"/>
              <a:gd name="connsiteX5-185" fmla="*/ 1453331 w 2111887"/>
              <a:gd name="connsiteY5-186" fmla="*/ 123424 h 4564455"/>
              <a:gd name="connsiteX6-187" fmla="*/ 1600969 w 2111887"/>
              <a:gd name="connsiteY6-188" fmla="*/ 73418 h 4564455"/>
              <a:gd name="connsiteX7-189" fmla="*/ 1864670 w 2111887"/>
              <a:gd name="connsiteY7-190" fmla="*/ 21030 h 4564455"/>
              <a:gd name="connsiteX8-191" fmla="*/ 2111887 w 2111887"/>
              <a:gd name="connsiteY8-192" fmla="*/ 268247 h 4564455"/>
              <a:gd name="connsiteX9-193" fmla="*/ 2111887 w 2111887"/>
              <a:gd name="connsiteY9-194" fmla="*/ 4317238 h 4564455"/>
              <a:gd name="connsiteX10-195" fmla="*/ 1864670 w 2111887"/>
              <a:gd name="connsiteY10-196" fmla="*/ 4564455 h 4564455"/>
              <a:gd name="connsiteX11-197" fmla="*/ 247217 w 2111887"/>
              <a:gd name="connsiteY11-198" fmla="*/ 4564455 h 4564455"/>
              <a:gd name="connsiteX12-199" fmla="*/ 0 w 2111887"/>
              <a:gd name="connsiteY12-200" fmla="*/ 4317238 h 4564455"/>
              <a:gd name="connsiteX13" fmla="*/ 0 w 2111887"/>
              <a:gd name="connsiteY13" fmla="*/ 268247 h 4564455"/>
              <a:gd name="connsiteX0-201" fmla="*/ 0 w 2111887"/>
              <a:gd name="connsiteY0-202" fmla="*/ 271881 h 4568089"/>
              <a:gd name="connsiteX1-203" fmla="*/ 247217 w 2111887"/>
              <a:gd name="connsiteY1-204" fmla="*/ 15139 h 4568089"/>
              <a:gd name="connsiteX2-205" fmla="*/ 612749 w 2111887"/>
              <a:gd name="connsiteY2-206" fmla="*/ 17520 h 4568089"/>
              <a:gd name="connsiteX3-207" fmla="*/ 691331 w 2111887"/>
              <a:gd name="connsiteY3-208" fmla="*/ 105626 h 4568089"/>
              <a:gd name="connsiteX4-209" fmla="*/ 1103287 w 2111887"/>
              <a:gd name="connsiteY4-210" fmla="*/ 124676 h 4568089"/>
              <a:gd name="connsiteX5-211" fmla="*/ 1453331 w 2111887"/>
              <a:gd name="connsiteY5-212" fmla="*/ 127058 h 4568089"/>
              <a:gd name="connsiteX6-213" fmla="*/ 1520006 w 2111887"/>
              <a:gd name="connsiteY6-214" fmla="*/ 12758 h 4568089"/>
              <a:gd name="connsiteX7-215" fmla="*/ 1864670 w 2111887"/>
              <a:gd name="connsiteY7-216" fmla="*/ 24664 h 4568089"/>
              <a:gd name="connsiteX8-217" fmla="*/ 2111887 w 2111887"/>
              <a:gd name="connsiteY8-218" fmla="*/ 271881 h 4568089"/>
              <a:gd name="connsiteX9-219" fmla="*/ 2111887 w 2111887"/>
              <a:gd name="connsiteY9-220" fmla="*/ 4320872 h 4568089"/>
              <a:gd name="connsiteX10-221" fmla="*/ 1864670 w 2111887"/>
              <a:gd name="connsiteY10-222" fmla="*/ 4568089 h 4568089"/>
              <a:gd name="connsiteX11-223" fmla="*/ 247217 w 2111887"/>
              <a:gd name="connsiteY11-224" fmla="*/ 4568089 h 4568089"/>
              <a:gd name="connsiteX12-225" fmla="*/ 0 w 2111887"/>
              <a:gd name="connsiteY12-226" fmla="*/ 4320872 h 4568089"/>
              <a:gd name="connsiteX13-227" fmla="*/ 0 w 2111887"/>
              <a:gd name="connsiteY13-228" fmla="*/ 271881 h 4568089"/>
              <a:gd name="connsiteX0-229" fmla="*/ 0 w 2111887"/>
              <a:gd name="connsiteY0-230" fmla="*/ 272962 h 4569170"/>
              <a:gd name="connsiteX1-231" fmla="*/ 247217 w 2111887"/>
              <a:gd name="connsiteY1-232" fmla="*/ 16220 h 4569170"/>
              <a:gd name="connsiteX2-233" fmla="*/ 612749 w 2111887"/>
              <a:gd name="connsiteY2-234" fmla="*/ 18601 h 4569170"/>
              <a:gd name="connsiteX3-235" fmla="*/ 691331 w 2111887"/>
              <a:gd name="connsiteY3-236" fmla="*/ 106707 h 4569170"/>
              <a:gd name="connsiteX4-237" fmla="*/ 1103287 w 2111887"/>
              <a:gd name="connsiteY4-238" fmla="*/ 125757 h 4569170"/>
              <a:gd name="connsiteX5-239" fmla="*/ 1453331 w 2111887"/>
              <a:gd name="connsiteY5-240" fmla="*/ 128139 h 4569170"/>
              <a:gd name="connsiteX6-241" fmla="*/ 1520006 w 2111887"/>
              <a:gd name="connsiteY6-242" fmla="*/ 13839 h 4569170"/>
              <a:gd name="connsiteX7-243" fmla="*/ 1888482 w 2111887"/>
              <a:gd name="connsiteY7-244" fmla="*/ 23364 h 4569170"/>
              <a:gd name="connsiteX8-245" fmla="*/ 2111887 w 2111887"/>
              <a:gd name="connsiteY8-246" fmla="*/ 272962 h 4569170"/>
              <a:gd name="connsiteX9-247" fmla="*/ 2111887 w 2111887"/>
              <a:gd name="connsiteY9-248" fmla="*/ 4321953 h 4569170"/>
              <a:gd name="connsiteX10-249" fmla="*/ 1864670 w 2111887"/>
              <a:gd name="connsiteY10-250" fmla="*/ 4569170 h 4569170"/>
              <a:gd name="connsiteX11-251" fmla="*/ 247217 w 2111887"/>
              <a:gd name="connsiteY11-252" fmla="*/ 4569170 h 4569170"/>
              <a:gd name="connsiteX12-253" fmla="*/ 0 w 2111887"/>
              <a:gd name="connsiteY12-254" fmla="*/ 4321953 h 4569170"/>
              <a:gd name="connsiteX13-255" fmla="*/ 0 w 2111887"/>
              <a:gd name="connsiteY13-256" fmla="*/ 272962 h 4569170"/>
              <a:gd name="connsiteX0-257" fmla="*/ 0 w 2111887"/>
              <a:gd name="connsiteY0-258" fmla="*/ 272962 h 4569170"/>
              <a:gd name="connsiteX1-259" fmla="*/ 247217 w 2111887"/>
              <a:gd name="connsiteY1-260" fmla="*/ 16220 h 4569170"/>
              <a:gd name="connsiteX2-261" fmla="*/ 612749 w 2111887"/>
              <a:gd name="connsiteY2-262" fmla="*/ 18601 h 4569170"/>
              <a:gd name="connsiteX3-263" fmla="*/ 693712 w 2111887"/>
              <a:gd name="connsiteY3-264" fmla="*/ 118613 h 4569170"/>
              <a:gd name="connsiteX4-265" fmla="*/ 1103287 w 2111887"/>
              <a:gd name="connsiteY4-266" fmla="*/ 125757 h 4569170"/>
              <a:gd name="connsiteX5-267" fmla="*/ 1453331 w 2111887"/>
              <a:gd name="connsiteY5-268" fmla="*/ 128139 h 4569170"/>
              <a:gd name="connsiteX6-269" fmla="*/ 1520006 w 2111887"/>
              <a:gd name="connsiteY6-270" fmla="*/ 13839 h 4569170"/>
              <a:gd name="connsiteX7-271" fmla="*/ 1888482 w 2111887"/>
              <a:gd name="connsiteY7-272" fmla="*/ 23364 h 4569170"/>
              <a:gd name="connsiteX8-273" fmla="*/ 2111887 w 2111887"/>
              <a:gd name="connsiteY8-274" fmla="*/ 272962 h 4569170"/>
              <a:gd name="connsiteX9-275" fmla="*/ 2111887 w 2111887"/>
              <a:gd name="connsiteY9-276" fmla="*/ 4321953 h 4569170"/>
              <a:gd name="connsiteX10-277" fmla="*/ 1864670 w 2111887"/>
              <a:gd name="connsiteY10-278" fmla="*/ 4569170 h 4569170"/>
              <a:gd name="connsiteX11-279" fmla="*/ 247217 w 2111887"/>
              <a:gd name="connsiteY11-280" fmla="*/ 4569170 h 4569170"/>
              <a:gd name="connsiteX12-281" fmla="*/ 0 w 2111887"/>
              <a:gd name="connsiteY12-282" fmla="*/ 4321953 h 4569170"/>
              <a:gd name="connsiteX13-283" fmla="*/ 0 w 2111887"/>
              <a:gd name="connsiteY13-284" fmla="*/ 272962 h 4569170"/>
              <a:gd name="connsiteX0-285" fmla="*/ 0 w 2111887"/>
              <a:gd name="connsiteY0-286" fmla="*/ 272962 h 4569170"/>
              <a:gd name="connsiteX1-287" fmla="*/ 247217 w 2111887"/>
              <a:gd name="connsiteY1-288" fmla="*/ 16220 h 4569170"/>
              <a:gd name="connsiteX2-289" fmla="*/ 598462 w 2111887"/>
              <a:gd name="connsiteY2-290" fmla="*/ 16220 h 4569170"/>
              <a:gd name="connsiteX3-291" fmla="*/ 693712 w 2111887"/>
              <a:gd name="connsiteY3-292" fmla="*/ 118613 h 4569170"/>
              <a:gd name="connsiteX4-293" fmla="*/ 1103287 w 2111887"/>
              <a:gd name="connsiteY4-294" fmla="*/ 125757 h 4569170"/>
              <a:gd name="connsiteX5-295" fmla="*/ 1453331 w 2111887"/>
              <a:gd name="connsiteY5-296" fmla="*/ 128139 h 4569170"/>
              <a:gd name="connsiteX6-297" fmla="*/ 1520006 w 2111887"/>
              <a:gd name="connsiteY6-298" fmla="*/ 13839 h 4569170"/>
              <a:gd name="connsiteX7-299" fmla="*/ 1888482 w 2111887"/>
              <a:gd name="connsiteY7-300" fmla="*/ 23364 h 4569170"/>
              <a:gd name="connsiteX8-301" fmla="*/ 2111887 w 2111887"/>
              <a:gd name="connsiteY8-302" fmla="*/ 272962 h 4569170"/>
              <a:gd name="connsiteX9-303" fmla="*/ 2111887 w 2111887"/>
              <a:gd name="connsiteY9-304" fmla="*/ 4321953 h 4569170"/>
              <a:gd name="connsiteX10-305" fmla="*/ 1864670 w 2111887"/>
              <a:gd name="connsiteY10-306" fmla="*/ 4569170 h 4569170"/>
              <a:gd name="connsiteX11-307" fmla="*/ 247217 w 2111887"/>
              <a:gd name="connsiteY11-308" fmla="*/ 4569170 h 4569170"/>
              <a:gd name="connsiteX12-309" fmla="*/ 0 w 2111887"/>
              <a:gd name="connsiteY12-310" fmla="*/ 4321953 h 4569170"/>
              <a:gd name="connsiteX13-311" fmla="*/ 0 w 2111887"/>
              <a:gd name="connsiteY13-312" fmla="*/ 272962 h 4569170"/>
              <a:gd name="connsiteX0-313" fmla="*/ 0 w 2111887"/>
              <a:gd name="connsiteY0-314" fmla="*/ 272962 h 4569170"/>
              <a:gd name="connsiteX1-315" fmla="*/ 247217 w 2111887"/>
              <a:gd name="connsiteY1-316" fmla="*/ 16220 h 4569170"/>
              <a:gd name="connsiteX2-317" fmla="*/ 598462 w 2111887"/>
              <a:gd name="connsiteY2-318" fmla="*/ 16220 h 4569170"/>
              <a:gd name="connsiteX3-319" fmla="*/ 693712 w 2111887"/>
              <a:gd name="connsiteY3-320" fmla="*/ 118613 h 4569170"/>
              <a:gd name="connsiteX4-321" fmla="*/ 1103287 w 2111887"/>
              <a:gd name="connsiteY4-322" fmla="*/ 125757 h 4569170"/>
              <a:gd name="connsiteX5-323" fmla="*/ 1453331 w 2111887"/>
              <a:gd name="connsiteY5-324" fmla="*/ 120995 h 4569170"/>
              <a:gd name="connsiteX6-325" fmla="*/ 1520006 w 2111887"/>
              <a:gd name="connsiteY6-326" fmla="*/ 13839 h 4569170"/>
              <a:gd name="connsiteX7-327" fmla="*/ 1888482 w 2111887"/>
              <a:gd name="connsiteY7-328" fmla="*/ 23364 h 4569170"/>
              <a:gd name="connsiteX8-329" fmla="*/ 2111887 w 2111887"/>
              <a:gd name="connsiteY8-330" fmla="*/ 272962 h 4569170"/>
              <a:gd name="connsiteX9-331" fmla="*/ 2111887 w 2111887"/>
              <a:gd name="connsiteY9-332" fmla="*/ 4321953 h 4569170"/>
              <a:gd name="connsiteX10-333" fmla="*/ 1864670 w 2111887"/>
              <a:gd name="connsiteY10-334" fmla="*/ 4569170 h 4569170"/>
              <a:gd name="connsiteX11-335" fmla="*/ 247217 w 2111887"/>
              <a:gd name="connsiteY11-336" fmla="*/ 4569170 h 4569170"/>
              <a:gd name="connsiteX12-337" fmla="*/ 0 w 2111887"/>
              <a:gd name="connsiteY12-338" fmla="*/ 4321953 h 4569170"/>
              <a:gd name="connsiteX13-339" fmla="*/ 0 w 2111887"/>
              <a:gd name="connsiteY13-340" fmla="*/ 272962 h 4569170"/>
              <a:gd name="connsiteX0-341" fmla="*/ 0 w 2111887"/>
              <a:gd name="connsiteY0-342" fmla="*/ 272962 h 4569170"/>
              <a:gd name="connsiteX1-343" fmla="*/ 247217 w 2111887"/>
              <a:gd name="connsiteY1-344" fmla="*/ 16220 h 4569170"/>
              <a:gd name="connsiteX2-345" fmla="*/ 598462 w 2111887"/>
              <a:gd name="connsiteY2-346" fmla="*/ 16220 h 4569170"/>
              <a:gd name="connsiteX3-347" fmla="*/ 693712 w 2111887"/>
              <a:gd name="connsiteY3-348" fmla="*/ 118613 h 4569170"/>
              <a:gd name="connsiteX4-349" fmla="*/ 1055662 w 2111887"/>
              <a:gd name="connsiteY4-350" fmla="*/ 125757 h 4569170"/>
              <a:gd name="connsiteX5-351" fmla="*/ 1453331 w 2111887"/>
              <a:gd name="connsiteY5-352" fmla="*/ 120995 h 4569170"/>
              <a:gd name="connsiteX6-353" fmla="*/ 1520006 w 2111887"/>
              <a:gd name="connsiteY6-354" fmla="*/ 13839 h 4569170"/>
              <a:gd name="connsiteX7-355" fmla="*/ 1888482 w 2111887"/>
              <a:gd name="connsiteY7-356" fmla="*/ 23364 h 4569170"/>
              <a:gd name="connsiteX8-357" fmla="*/ 2111887 w 2111887"/>
              <a:gd name="connsiteY8-358" fmla="*/ 272962 h 4569170"/>
              <a:gd name="connsiteX9-359" fmla="*/ 2111887 w 2111887"/>
              <a:gd name="connsiteY9-360" fmla="*/ 4321953 h 4569170"/>
              <a:gd name="connsiteX10-361" fmla="*/ 1864670 w 2111887"/>
              <a:gd name="connsiteY10-362" fmla="*/ 4569170 h 4569170"/>
              <a:gd name="connsiteX11-363" fmla="*/ 247217 w 2111887"/>
              <a:gd name="connsiteY11-364" fmla="*/ 4569170 h 4569170"/>
              <a:gd name="connsiteX12-365" fmla="*/ 0 w 2111887"/>
              <a:gd name="connsiteY12-366" fmla="*/ 4321953 h 4569170"/>
              <a:gd name="connsiteX13-367" fmla="*/ 0 w 2111887"/>
              <a:gd name="connsiteY13-368" fmla="*/ 272962 h 4569170"/>
              <a:gd name="connsiteX0-369" fmla="*/ 0 w 2111887"/>
              <a:gd name="connsiteY0-370" fmla="*/ 272962 h 4569170"/>
              <a:gd name="connsiteX1-371" fmla="*/ 247217 w 2111887"/>
              <a:gd name="connsiteY1-372" fmla="*/ 16220 h 4569170"/>
              <a:gd name="connsiteX2-373" fmla="*/ 598462 w 2111887"/>
              <a:gd name="connsiteY2-374" fmla="*/ 16220 h 4569170"/>
              <a:gd name="connsiteX3-375" fmla="*/ 693712 w 2111887"/>
              <a:gd name="connsiteY3-376" fmla="*/ 118613 h 4569170"/>
              <a:gd name="connsiteX4-377" fmla="*/ 1055662 w 2111887"/>
              <a:gd name="connsiteY4-378" fmla="*/ 125757 h 4569170"/>
              <a:gd name="connsiteX5-379" fmla="*/ 1453331 w 2111887"/>
              <a:gd name="connsiteY5-380" fmla="*/ 120995 h 4569170"/>
              <a:gd name="connsiteX6-381" fmla="*/ 1520006 w 2111887"/>
              <a:gd name="connsiteY6-382" fmla="*/ 13839 h 4569170"/>
              <a:gd name="connsiteX7-383" fmla="*/ 1888482 w 2111887"/>
              <a:gd name="connsiteY7-384" fmla="*/ 23364 h 4569170"/>
              <a:gd name="connsiteX8-385" fmla="*/ 2111887 w 2111887"/>
              <a:gd name="connsiteY8-386" fmla="*/ 272962 h 4569170"/>
              <a:gd name="connsiteX9-387" fmla="*/ 2111887 w 2111887"/>
              <a:gd name="connsiteY9-388" fmla="*/ 4321953 h 4569170"/>
              <a:gd name="connsiteX10-389" fmla="*/ 1864670 w 2111887"/>
              <a:gd name="connsiteY10-390" fmla="*/ 4569170 h 4569170"/>
              <a:gd name="connsiteX11-391" fmla="*/ 247217 w 2111887"/>
              <a:gd name="connsiteY11-392" fmla="*/ 4569170 h 4569170"/>
              <a:gd name="connsiteX12-393" fmla="*/ 0 w 2111887"/>
              <a:gd name="connsiteY12-394" fmla="*/ 4321953 h 4569170"/>
              <a:gd name="connsiteX13-395" fmla="*/ 0 w 2111887"/>
              <a:gd name="connsiteY13-396" fmla="*/ 272962 h 4569170"/>
              <a:gd name="connsiteX0-397" fmla="*/ 0 w 2111887"/>
              <a:gd name="connsiteY0-398" fmla="*/ 273465 h 4569673"/>
              <a:gd name="connsiteX1-399" fmla="*/ 247217 w 2111887"/>
              <a:gd name="connsiteY1-400" fmla="*/ 16723 h 4569673"/>
              <a:gd name="connsiteX2-401" fmla="*/ 579412 w 2111887"/>
              <a:gd name="connsiteY2-402" fmla="*/ 9580 h 4569673"/>
              <a:gd name="connsiteX3-403" fmla="*/ 693712 w 2111887"/>
              <a:gd name="connsiteY3-404" fmla="*/ 119116 h 4569673"/>
              <a:gd name="connsiteX4-405" fmla="*/ 1055662 w 2111887"/>
              <a:gd name="connsiteY4-406" fmla="*/ 126260 h 4569673"/>
              <a:gd name="connsiteX5-407" fmla="*/ 1453331 w 2111887"/>
              <a:gd name="connsiteY5-408" fmla="*/ 121498 h 4569673"/>
              <a:gd name="connsiteX6-409" fmla="*/ 1520006 w 2111887"/>
              <a:gd name="connsiteY6-410" fmla="*/ 14342 h 4569673"/>
              <a:gd name="connsiteX7-411" fmla="*/ 1888482 w 2111887"/>
              <a:gd name="connsiteY7-412" fmla="*/ 23867 h 4569673"/>
              <a:gd name="connsiteX8-413" fmla="*/ 2111887 w 2111887"/>
              <a:gd name="connsiteY8-414" fmla="*/ 273465 h 4569673"/>
              <a:gd name="connsiteX9-415" fmla="*/ 2111887 w 2111887"/>
              <a:gd name="connsiteY9-416" fmla="*/ 4322456 h 4569673"/>
              <a:gd name="connsiteX10-417" fmla="*/ 1864670 w 2111887"/>
              <a:gd name="connsiteY10-418" fmla="*/ 4569673 h 4569673"/>
              <a:gd name="connsiteX11-419" fmla="*/ 247217 w 2111887"/>
              <a:gd name="connsiteY11-420" fmla="*/ 4569673 h 4569673"/>
              <a:gd name="connsiteX12-421" fmla="*/ 0 w 2111887"/>
              <a:gd name="connsiteY12-422" fmla="*/ 4322456 h 4569673"/>
              <a:gd name="connsiteX13-423" fmla="*/ 0 w 2111887"/>
              <a:gd name="connsiteY13-424" fmla="*/ 273465 h 4569673"/>
              <a:gd name="connsiteX0-425" fmla="*/ 0 w 2111887"/>
              <a:gd name="connsiteY0-426" fmla="*/ 274360 h 4570568"/>
              <a:gd name="connsiteX1-427" fmla="*/ 235311 w 2111887"/>
              <a:gd name="connsiteY1-428" fmla="*/ 15237 h 4570568"/>
              <a:gd name="connsiteX2-429" fmla="*/ 579412 w 2111887"/>
              <a:gd name="connsiteY2-430" fmla="*/ 10475 h 4570568"/>
              <a:gd name="connsiteX3-431" fmla="*/ 693712 w 2111887"/>
              <a:gd name="connsiteY3-432" fmla="*/ 120011 h 4570568"/>
              <a:gd name="connsiteX4-433" fmla="*/ 1055662 w 2111887"/>
              <a:gd name="connsiteY4-434" fmla="*/ 127155 h 4570568"/>
              <a:gd name="connsiteX5-435" fmla="*/ 1453331 w 2111887"/>
              <a:gd name="connsiteY5-436" fmla="*/ 122393 h 4570568"/>
              <a:gd name="connsiteX6-437" fmla="*/ 1520006 w 2111887"/>
              <a:gd name="connsiteY6-438" fmla="*/ 15237 h 4570568"/>
              <a:gd name="connsiteX7-439" fmla="*/ 1888482 w 2111887"/>
              <a:gd name="connsiteY7-440" fmla="*/ 24762 h 4570568"/>
              <a:gd name="connsiteX8-441" fmla="*/ 2111887 w 2111887"/>
              <a:gd name="connsiteY8-442" fmla="*/ 274360 h 4570568"/>
              <a:gd name="connsiteX9-443" fmla="*/ 2111887 w 2111887"/>
              <a:gd name="connsiteY9-444" fmla="*/ 4323351 h 4570568"/>
              <a:gd name="connsiteX10-445" fmla="*/ 1864670 w 2111887"/>
              <a:gd name="connsiteY10-446" fmla="*/ 4570568 h 4570568"/>
              <a:gd name="connsiteX11-447" fmla="*/ 247217 w 2111887"/>
              <a:gd name="connsiteY11-448" fmla="*/ 4570568 h 4570568"/>
              <a:gd name="connsiteX12-449" fmla="*/ 0 w 2111887"/>
              <a:gd name="connsiteY12-450" fmla="*/ 4323351 h 4570568"/>
              <a:gd name="connsiteX13-451" fmla="*/ 0 w 2111887"/>
              <a:gd name="connsiteY13-452" fmla="*/ 274360 h 4570568"/>
              <a:gd name="connsiteX0-453" fmla="*/ 0 w 2111887"/>
              <a:gd name="connsiteY0-454" fmla="*/ 274360 h 4570568"/>
              <a:gd name="connsiteX1-455" fmla="*/ 235311 w 2111887"/>
              <a:gd name="connsiteY1-456" fmla="*/ 15237 h 4570568"/>
              <a:gd name="connsiteX2-457" fmla="*/ 579412 w 2111887"/>
              <a:gd name="connsiteY2-458" fmla="*/ 10475 h 4570568"/>
              <a:gd name="connsiteX3-459" fmla="*/ 693712 w 2111887"/>
              <a:gd name="connsiteY3-460" fmla="*/ 120011 h 4570568"/>
              <a:gd name="connsiteX4-461" fmla="*/ 1055662 w 2111887"/>
              <a:gd name="connsiteY4-462" fmla="*/ 127155 h 4570568"/>
              <a:gd name="connsiteX5-463" fmla="*/ 1453331 w 2111887"/>
              <a:gd name="connsiteY5-464" fmla="*/ 122393 h 4570568"/>
              <a:gd name="connsiteX6-465" fmla="*/ 1520006 w 2111887"/>
              <a:gd name="connsiteY6-466" fmla="*/ 15237 h 4570568"/>
              <a:gd name="connsiteX7-467" fmla="*/ 1888482 w 2111887"/>
              <a:gd name="connsiteY7-468" fmla="*/ 24762 h 4570568"/>
              <a:gd name="connsiteX8-469" fmla="*/ 2111887 w 2111887"/>
              <a:gd name="connsiteY8-470" fmla="*/ 274360 h 4570568"/>
              <a:gd name="connsiteX9-471" fmla="*/ 2111887 w 2111887"/>
              <a:gd name="connsiteY9-472" fmla="*/ 4323351 h 4570568"/>
              <a:gd name="connsiteX10-473" fmla="*/ 1864670 w 2111887"/>
              <a:gd name="connsiteY10-474" fmla="*/ 4570568 h 4570568"/>
              <a:gd name="connsiteX11-475" fmla="*/ 247217 w 2111887"/>
              <a:gd name="connsiteY11-476" fmla="*/ 4570568 h 4570568"/>
              <a:gd name="connsiteX12-477" fmla="*/ 0 w 2111887"/>
              <a:gd name="connsiteY12-478" fmla="*/ 4323351 h 4570568"/>
              <a:gd name="connsiteX13-479" fmla="*/ 0 w 2111887"/>
              <a:gd name="connsiteY13-480" fmla="*/ 274360 h 4570568"/>
              <a:gd name="connsiteX0-481" fmla="*/ 0 w 2111887"/>
              <a:gd name="connsiteY0-482" fmla="*/ 274360 h 4570568"/>
              <a:gd name="connsiteX1-483" fmla="*/ 235311 w 2111887"/>
              <a:gd name="connsiteY1-484" fmla="*/ 15237 h 4570568"/>
              <a:gd name="connsiteX2-485" fmla="*/ 579412 w 2111887"/>
              <a:gd name="connsiteY2-486" fmla="*/ 10475 h 4570568"/>
              <a:gd name="connsiteX3-487" fmla="*/ 693712 w 2111887"/>
              <a:gd name="connsiteY3-488" fmla="*/ 120011 h 4570568"/>
              <a:gd name="connsiteX4-489" fmla="*/ 1055662 w 2111887"/>
              <a:gd name="connsiteY4-490" fmla="*/ 127155 h 4570568"/>
              <a:gd name="connsiteX5-491" fmla="*/ 1453331 w 2111887"/>
              <a:gd name="connsiteY5-492" fmla="*/ 122393 h 4570568"/>
              <a:gd name="connsiteX6-493" fmla="*/ 1520006 w 2111887"/>
              <a:gd name="connsiteY6-494" fmla="*/ 15237 h 4570568"/>
              <a:gd name="connsiteX7-495" fmla="*/ 1888482 w 2111887"/>
              <a:gd name="connsiteY7-496" fmla="*/ 24762 h 4570568"/>
              <a:gd name="connsiteX8-497" fmla="*/ 2111887 w 2111887"/>
              <a:gd name="connsiteY8-498" fmla="*/ 274360 h 4570568"/>
              <a:gd name="connsiteX9-499" fmla="*/ 2111887 w 2111887"/>
              <a:gd name="connsiteY9-500" fmla="*/ 4323351 h 4570568"/>
              <a:gd name="connsiteX10-501" fmla="*/ 1864670 w 2111887"/>
              <a:gd name="connsiteY10-502" fmla="*/ 4570568 h 4570568"/>
              <a:gd name="connsiteX11-503" fmla="*/ 247217 w 2111887"/>
              <a:gd name="connsiteY11-504" fmla="*/ 4570568 h 4570568"/>
              <a:gd name="connsiteX12-505" fmla="*/ 0 w 2111887"/>
              <a:gd name="connsiteY12-506" fmla="*/ 4323351 h 4570568"/>
              <a:gd name="connsiteX13-507" fmla="*/ 0 w 2111887"/>
              <a:gd name="connsiteY13-508" fmla="*/ 274360 h 4570568"/>
              <a:gd name="connsiteX0-509" fmla="*/ 0 w 2111887"/>
              <a:gd name="connsiteY0-510" fmla="*/ 274360 h 4570568"/>
              <a:gd name="connsiteX1-511" fmla="*/ 235311 w 2111887"/>
              <a:gd name="connsiteY1-512" fmla="*/ 15237 h 4570568"/>
              <a:gd name="connsiteX2-513" fmla="*/ 579412 w 2111887"/>
              <a:gd name="connsiteY2-514" fmla="*/ 10475 h 4570568"/>
              <a:gd name="connsiteX3-515" fmla="*/ 698474 w 2111887"/>
              <a:gd name="connsiteY3-516" fmla="*/ 122393 h 4570568"/>
              <a:gd name="connsiteX4-517" fmla="*/ 1055662 w 2111887"/>
              <a:gd name="connsiteY4-518" fmla="*/ 127155 h 4570568"/>
              <a:gd name="connsiteX5-519" fmla="*/ 1453331 w 2111887"/>
              <a:gd name="connsiteY5-520" fmla="*/ 122393 h 4570568"/>
              <a:gd name="connsiteX6-521" fmla="*/ 1520006 w 2111887"/>
              <a:gd name="connsiteY6-522" fmla="*/ 15237 h 4570568"/>
              <a:gd name="connsiteX7-523" fmla="*/ 1888482 w 2111887"/>
              <a:gd name="connsiteY7-524" fmla="*/ 24762 h 4570568"/>
              <a:gd name="connsiteX8-525" fmla="*/ 2111887 w 2111887"/>
              <a:gd name="connsiteY8-526" fmla="*/ 274360 h 4570568"/>
              <a:gd name="connsiteX9-527" fmla="*/ 2111887 w 2111887"/>
              <a:gd name="connsiteY9-528" fmla="*/ 4323351 h 4570568"/>
              <a:gd name="connsiteX10-529" fmla="*/ 1864670 w 2111887"/>
              <a:gd name="connsiteY10-530" fmla="*/ 4570568 h 4570568"/>
              <a:gd name="connsiteX11-531" fmla="*/ 247217 w 2111887"/>
              <a:gd name="connsiteY11-532" fmla="*/ 4570568 h 4570568"/>
              <a:gd name="connsiteX12-533" fmla="*/ 0 w 2111887"/>
              <a:gd name="connsiteY12-534" fmla="*/ 4323351 h 4570568"/>
              <a:gd name="connsiteX13-535" fmla="*/ 0 w 2111887"/>
              <a:gd name="connsiteY13-536" fmla="*/ 274360 h 4570568"/>
              <a:gd name="connsiteX0-537" fmla="*/ 0 w 2111887"/>
              <a:gd name="connsiteY0-538" fmla="*/ 274360 h 4570568"/>
              <a:gd name="connsiteX1-539" fmla="*/ 235311 w 2111887"/>
              <a:gd name="connsiteY1-540" fmla="*/ 15237 h 4570568"/>
              <a:gd name="connsiteX2-541" fmla="*/ 579412 w 2111887"/>
              <a:gd name="connsiteY2-542" fmla="*/ 10475 h 4570568"/>
              <a:gd name="connsiteX3-543" fmla="*/ 698474 w 2111887"/>
              <a:gd name="connsiteY3-544" fmla="*/ 122393 h 4570568"/>
              <a:gd name="connsiteX4-545" fmla="*/ 1055662 w 2111887"/>
              <a:gd name="connsiteY4-546" fmla="*/ 127155 h 4570568"/>
              <a:gd name="connsiteX5-547" fmla="*/ 1427138 w 2111887"/>
              <a:gd name="connsiteY5-548" fmla="*/ 124774 h 4570568"/>
              <a:gd name="connsiteX6-549" fmla="*/ 1520006 w 2111887"/>
              <a:gd name="connsiteY6-550" fmla="*/ 15237 h 4570568"/>
              <a:gd name="connsiteX7-551" fmla="*/ 1888482 w 2111887"/>
              <a:gd name="connsiteY7-552" fmla="*/ 24762 h 4570568"/>
              <a:gd name="connsiteX8-553" fmla="*/ 2111887 w 2111887"/>
              <a:gd name="connsiteY8-554" fmla="*/ 274360 h 4570568"/>
              <a:gd name="connsiteX9-555" fmla="*/ 2111887 w 2111887"/>
              <a:gd name="connsiteY9-556" fmla="*/ 4323351 h 4570568"/>
              <a:gd name="connsiteX10-557" fmla="*/ 1864670 w 2111887"/>
              <a:gd name="connsiteY10-558" fmla="*/ 4570568 h 4570568"/>
              <a:gd name="connsiteX11-559" fmla="*/ 247217 w 2111887"/>
              <a:gd name="connsiteY11-560" fmla="*/ 4570568 h 4570568"/>
              <a:gd name="connsiteX12-561" fmla="*/ 0 w 2111887"/>
              <a:gd name="connsiteY12-562" fmla="*/ 4323351 h 4570568"/>
              <a:gd name="connsiteX13-563" fmla="*/ 0 w 2111887"/>
              <a:gd name="connsiteY13-564" fmla="*/ 274360 h 4570568"/>
              <a:gd name="connsiteX0-565" fmla="*/ 0 w 2111887"/>
              <a:gd name="connsiteY0-566" fmla="*/ 275652 h 4571860"/>
              <a:gd name="connsiteX1-567" fmla="*/ 235311 w 2111887"/>
              <a:gd name="connsiteY1-568" fmla="*/ 16529 h 4571860"/>
              <a:gd name="connsiteX2-569" fmla="*/ 579412 w 2111887"/>
              <a:gd name="connsiteY2-570" fmla="*/ 11767 h 4571860"/>
              <a:gd name="connsiteX3-571" fmla="*/ 698474 w 2111887"/>
              <a:gd name="connsiteY3-572" fmla="*/ 123685 h 4571860"/>
              <a:gd name="connsiteX4-573" fmla="*/ 1055662 w 2111887"/>
              <a:gd name="connsiteY4-574" fmla="*/ 128447 h 4571860"/>
              <a:gd name="connsiteX5-575" fmla="*/ 1427138 w 2111887"/>
              <a:gd name="connsiteY5-576" fmla="*/ 126066 h 4571860"/>
              <a:gd name="connsiteX6-577" fmla="*/ 1520006 w 2111887"/>
              <a:gd name="connsiteY6-578" fmla="*/ 11766 h 4571860"/>
              <a:gd name="connsiteX7-579" fmla="*/ 1888482 w 2111887"/>
              <a:gd name="connsiteY7-580" fmla="*/ 26054 h 4571860"/>
              <a:gd name="connsiteX8-581" fmla="*/ 2111887 w 2111887"/>
              <a:gd name="connsiteY8-582" fmla="*/ 275652 h 4571860"/>
              <a:gd name="connsiteX9-583" fmla="*/ 2111887 w 2111887"/>
              <a:gd name="connsiteY9-584" fmla="*/ 4324643 h 4571860"/>
              <a:gd name="connsiteX10-585" fmla="*/ 1864670 w 2111887"/>
              <a:gd name="connsiteY10-586" fmla="*/ 4571860 h 4571860"/>
              <a:gd name="connsiteX11-587" fmla="*/ 247217 w 2111887"/>
              <a:gd name="connsiteY11-588" fmla="*/ 4571860 h 4571860"/>
              <a:gd name="connsiteX12-589" fmla="*/ 0 w 2111887"/>
              <a:gd name="connsiteY12-590" fmla="*/ 4324643 h 4571860"/>
              <a:gd name="connsiteX13-591" fmla="*/ 0 w 2111887"/>
              <a:gd name="connsiteY13-592" fmla="*/ 275652 h 4571860"/>
              <a:gd name="connsiteX0-593" fmla="*/ 0 w 2111887"/>
              <a:gd name="connsiteY0-594" fmla="*/ 277724 h 4573932"/>
              <a:gd name="connsiteX1-595" fmla="*/ 235311 w 2111887"/>
              <a:gd name="connsiteY1-596" fmla="*/ 18601 h 4573932"/>
              <a:gd name="connsiteX2-597" fmla="*/ 579412 w 2111887"/>
              <a:gd name="connsiteY2-598" fmla="*/ 13839 h 4573932"/>
              <a:gd name="connsiteX3-599" fmla="*/ 698474 w 2111887"/>
              <a:gd name="connsiteY3-600" fmla="*/ 125757 h 4573932"/>
              <a:gd name="connsiteX4-601" fmla="*/ 1055662 w 2111887"/>
              <a:gd name="connsiteY4-602" fmla="*/ 130519 h 4573932"/>
              <a:gd name="connsiteX5-603" fmla="*/ 1427138 w 2111887"/>
              <a:gd name="connsiteY5-604" fmla="*/ 128138 h 4573932"/>
              <a:gd name="connsiteX6-605" fmla="*/ 1520006 w 2111887"/>
              <a:gd name="connsiteY6-606" fmla="*/ 13838 h 4573932"/>
              <a:gd name="connsiteX7-607" fmla="*/ 1895626 w 2111887"/>
              <a:gd name="connsiteY7-608" fmla="*/ 23364 h 4573932"/>
              <a:gd name="connsiteX8-609" fmla="*/ 2111887 w 2111887"/>
              <a:gd name="connsiteY8-610" fmla="*/ 277724 h 4573932"/>
              <a:gd name="connsiteX9-611" fmla="*/ 2111887 w 2111887"/>
              <a:gd name="connsiteY9-612" fmla="*/ 4326715 h 4573932"/>
              <a:gd name="connsiteX10-613" fmla="*/ 1864670 w 2111887"/>
              <a:gd name="connsiteY10-614" fmla="*/ 4573932 h 4573932"/>
              <a:gd name="connsiteX11-615" fmla="*/ 247217 w 2111887"/>
              <a:gd name="connsiteY11-616" fmla="*/ 4573932 h 4573932"/>
              <a:gd name="connsiteX12-617" fmla="*/ 0 w 2111887"/>
              <a:gd name="connsiteY12-618" fmla="*/ 4326715 h 4573932"/>
              <a:gd name="connsiteX13-619" fmla="*/ 0 w 2111887"/>
              <a:gd name="connsiteY13-620" fmla="*/ 277724 h 4573932"/>
              <a:gd name="connsiteX0-621" fmla="*/ 0 w 2111887"/>
              <a:gd name="connsiteY0-622" fmla="*/ 277724 h 4573932"/>
              <a:gd name="connsiteX1-623" fmla="*/ 235311 w 2111887"/>
              <a:gd name="connsiteY1-624" fmla="*/ 18601 h 4573932"/>
              <a:gd name="connsiteX2-625" fmla="*/ 579412 w 2111887"/>
              <a:gd name="connsiteY2-626" fmla="*/ 13839 h 4573932"/>
              <a:gd name="connsiteX3-627" fmla="*/ 762768 w 2111887"/>
              <a:gd name="connsiteY3-628" fmla="*/ 28126 h 4573932"/>
              <a:gd name="connsiteX4-629" fmla="*/ 1055662 w 2111887"/>
              <a:gd name="connsiteY4-630" fmla="*/ 130519 h 4573932"/>
              <a:gd name="connsiteX5-631" fmla="*/ 1427138 w 2111887"/>
              <a:gd name="connsiteY5-632" fmla="*/ 128138 h 4573932"/>
              <a:gd name="connsiteX6-633" fmla="*/ 1520006 w 2111887"/>
              <a:gd name="connsiteY6-634" fmla="*/ 13838 h 4573932"/>
              <a:gd name="connsiteX7-635" fmla="*/ 1895626 w 2111887"/>
              <a:gd name="connsiteY7-636" fmla="*/ 23364 h 4573932"/>
              <a:gd name="connsiteX8-637" fmla="*/ 2111887 w 2111887"/>
              <a:gd name="connsiteY8-638" fmla="*/ 277724 h 4573932"/>
              <a:gd name="connsiteX9-639" fmla="*/ 2111887 w 2111887"/>
              <a:gd name="connsiteY9-640" fmla="*/ 4326715 h 4573932"/>
              <a:gd name="connsiteX10-641" fmla="*/ 1864670 w 2111887"/>
              <a:gd name="connsiteY10-642" fmla="*/ 4573932 h 4573932"/>
              <a:gd name="connsiteX11-643" fmla="*/ 247217 w 2111887"/>
              <a:gd name="connsiteY11-644" fmla="*/ 4573932 h 4573932"/>
              <a:gd name="connsiteX12-645" fmla="*/ 0 w 2111887"/>
              <a:gd name="connsiteY12-646" fmla="*/ 4326715 h 4573932"/>
              <a:gd name="connsiteX13-647" fmla="*/ 0 w 2111887"/>
              <a:gd name="connsiteY13-648" fmla="*/ 277724 h 4573932"/>
              <a:gd name="connsiteX0-649" fmla="*/ 0 w 2111887"/>
              <a:gd name="connsiteY0-650" fmla="*/ 271997 h 4568205"/>
              <a:gd name="connsiteX1-651" fmla="*/ 235311 w 2111887"/>
              <a:gd name="connsiteY1-652" fmla="*/ 12874 h 4568205"/>
              <a:gd name="connsiteX2-653" fmla="*/ 579412 w 2111887"/>
              <a:gd name="connsiteY2-654" fmla="*/ 8112 h 4568205"/>
              <a:gd name="connsiteX3-655" fmla="*/ 762768 w 2111887"/>
              <a:gd name="connsiteY3-656" fmla="*/ 22399 h 4568205"/>
              <a:gd name="connsiteX4-657" fmla="*/ 1055662 w 2111887"/>
              <a:gd name="connsiteY4-658" fmla="*/ 124792 h 4568205"/>
              <a:gd name="connsiteX5-659" fmla="*/ 1272357 w 2111887"/>
              <a:gd name="connsiteY5-660" fmla="*/ 22398 h 4568205"/>
              <a:gd name="connsiteX6-661" fmla="*/ 1520006 w 2111887"/>
              <a:gd name="connsiteY6-662" fmla="*/ 8111 h 4568205"/>
              <a:gd name="connsiteX7-663" fmla="*/ 1895626 w 2111887"/>
              <a:gd name="connsiteY7-664" fmla="*/ 17637 h 4568205"/>
              <a:gd name="connsiteX8-665" fmla="*/ 2111887 w 2111887"/>
              <a:gd name="connsiteY8-666" fmla="*/ 271997 h 4568205"/>
              <a:gd name="connsiteX9-667" fmla="*/ 2111887 w 2111887"/>
              <a:gd name="connsiteY9-668" fmla="*/ 4320988 h 4568205"/>
              <a:gd name="connsiteX10-669" fmla="*/ 1864670 w 2111887"/>
              <a:gd name="connsiteY10-670" fmla="*/ 4568205 h 4568205"/>
              <a:gd name="connsiteX11-671" fmla="*/ 247217 w 2111887"/>
              <a:gd name="connsiteY11-672" fmla="*/ 4568205 h 4568205"/>
              <a:gd name="connsiteX12-673" fmla="*/ 0 w 2111887"/>
              <a:gd name="connsiteY12-674" fmla="*/ 4320988 h 4568205"/>
              <a:gd name="connsiteX13-675" fmla="*/ 0 w 2111887"/>
              <a:gd name="connsiteY13-676" fmla="*/ 271997 h 4568205"/>
              <a:gd name="connsiteX0-677" fmla="*/ 0 w 2111887"/>
              <a:gd name="connsiteY0-678" fmla="*/ 271997 h 4568205"/>
              <a:gd name="connsiteX1-679" fmla="*/ 235311 w 2111887"/>
              <a:gd name="connsiteY1-680" fmla="*/ 12874 h 4568205"/>
              <a:gd name="connsiteX2-681" fmla="*/ 579412 w 2111887"/>
              <a:gd name="connsiteY2-682" fmla="*/ 8112 h 4568205"/>
              <a:gd name="connsiteX3-683" fmla="*/ 762768 w 2111887"/>
              <a:gd name="connsiteY3-684" fmla="*/ 22399 h 4568205"/>
              <a:gd name="connsiteX4-685" fmla="*/ 1046137 w 2111887"/>
              <a:gd name="connsiteY4-686" fmla="*/ 15255 h 4568205"/>
              <a:gd name="connsiteX5-687" fmla="*/ 1272357 w 2111887"/>
              <a:gd name="connsiteY5-688" fmla="*/ 22398 h 4568205"/>
              <a:gd name="connsiteX6-689" fmla="*/ 1520006 w 2111887"/>
              <a:gd name="connsiteY6-690" fmla="*/ 8111 h 4568205"/>
              <a:gd name="connsiteX7-691" fmla="*/ 1895626 w 2111887"/>
              <a:gd name="connsiteY7-692" fmla="*/ 17637 h 4568205"/>
              <a:gd name="connsiteX8-693" fmla="*/ 2111887 w 2111887"/>
              <a:gd name="connsiteY8-694" fmla="*/ 271997 h 4568205"/>
              <a:gd name="connsiteX9-695" fmla="*/ 2111887 w 2111887"/>
              <a:gd name="connsiteY9-696" fmla="*/ 4320988 h 4568205"/>
              <a:gd name="connsiteX10-697" fmla="*/ 1864670 w 2111887"/>
              <a:gd name="connsiteY10-698" fmla="*/ 4568205 h 4568205"/>
              <a:gd name="connsiteX11-699" fmla="*/ 247217 w 2111887"/>
              <a:gd name="connsiteY11-700" fmla="*/ 4568205 h 4568205"/>
              <a:gd name="connsiteX12-701" fmla="*/ 0 w 2111887"/>
              <a:gd name="connsiteY12-702" fmla="*/ 4320988 h 4568205"/>
              <a:gd name="connsiteX13-703" fmla="*/ 0 w 2111887"/>
              <a:gd name="connsiteY13-704" fmla="*/ 271997 h 4568205"/>
              <a:gd name="connsiteX0-705" fmla="*/ 0 w 2111887"/>
              <a:gd name="connsiteY0-706" fmla="*/ 271997 h 4568205"/>
              <a:gd name="connsiteX1-707" fmla="*/ 235311 w 2111887"/>
              <a:gd name="connsiteY1-708" fmla="*/ 12874 h 4568205"/>
              <a:gd name="connsiteX2-709" fmla="*/ 579412 w 2111887"/>
              <a:gd name="connsiteY2-710" fmla="*/ 8112 h 4568205"/>
              <a:gd name="connsiteX3-711" fmla="*/ 762768 w 2111887"/>
              <a:gd name="connsiteY3-712" fmla="*/ 22399 h 4568205"/>
              <a:gd name="connsiteX4-713" fmla="*/ 1272357 w 2111887"/>
              <a:gd name="connsiteY4-714" fmla="*/ 22398 h 4568205"/>
              <a:gd name="connsiteX5-715" fmla="*/ 1520006 w 2111887"/>
              <a:gd name="connsiteY5-716" fmla="*/ 8111 h 4568205"/>
              <a:gd name="connsiteX6-717" fmla="*/ 1895626 w 2111887"/>
              <a:gd name="connsiteY6-718" fmla="*/ 17637 h 4568205"/>
              <a:gd name="connsiteX7-719" fmla="*/ 2111887 w 2111887"/>
              <a:gd name="connsiteY7-720" fmla="*/ 271997 h 4568205"/>
              <a:gd name="connsiteX8-721" fmla="*/ 2111887 w 2111887"/>
              <a:gd name="connsiteY8-722" fmla="*/ 4320988 h 4568205"/>
              <a:gd name="connsiteX9-723" fmla="*/ 1864670 w 2111887"/>
              <a:gd name="connsiteY9-724" fmla="*/ 4568205 h 4568205"/>
              <a:gd name="connsiteX10-725" fmla="*/ 247217 w 2111887"/>
              <a:gd name="connsiteY10-726" fmla="*/ 4568205 h 4568205"/>
              <a:gd name="connsiteX11-727" fmla="*/ 0 w 2111887"/>
              <a:gd name="connsiteY11-728" fmla="*/ 4320988 h 4568205"/>
              <a:gd name="connsiteX12-729" fmla="*/ 0 w 2111887"/>
              <a:gd name="connsiteY12-730" fmla="*/ 271997 h 4568205"/>
              <a:gd name="connsiteX0-731" fmla="*/ 0 w 2111887"/>
              <a:gd name="connsiteY0-732" fmla="*/ 275715 h 4571923"/>
              <a:gd name="connsiteX1-733" fmla="*/ 235311 w 2111887"/>
              <a:gd name="connsiteY1-734" fmla="*/ 16592 h 4571923"/>
              <a:gd name="connsiteX2-735" fmla="*/ 762768 w 2111887"/>
              <a:gd name="connsiteY2-736" fmla="*/ 26117 h 4571923"/>
              <a:gd name="connsiteX3-737" fmla="*/ 1272357 w 2111887"/>
              <a:gd name="connsiteY3-738" fmla="*/ 26116 h 4571923"/>
              <a:gd name="connsiteX4-739" fmla="*/ 1520006 w 2111887"/>
              <a:gd name="connsiteY4-740" fmla="*/ 11829 h 4571923"/>
              <a:gd name="connsiteX5-741" fmla="*/ 1895626 w 2111887"/>
              <a:gd name="connsiteY5-742" fmla="*/ 21355 h 4571923"/>
              <a:gd name="connsiteX6-743" fmla="*/ 2111887 w 2111887"/>
              <a:gd name="connsiteY6-744" fmla="*/ 275715 h 4571923"/>
              <a:gd name="connsiteX7-745" fmla="*/ 2111887 w 2111887"/>
              <a:gd name="connsiteY7-746" fmla="*/ 4324706 h 4571923"/>
              <a:gd name="connsiteX8-747" fmla="*/ 1864670 w 2111887"/>
              <a:gd name="connsiteY8-748" fmla="*/ 4571923 h 4571923"/>
              <a:gd name="connsiteX9-749" fmla="*/ 247217 w 2111887"/>
              <a:gd name="connsiteY9-750" fmla="*/ 4571923 h 4571923"/>
              <a:gd name="connsiteX10-751" fmla="*/ 0 w 2111887"/>
              <a:gd name="connsiteY10-752" fmla="*/ 4324706 h 4571923"/>
              <a:gd name="connsiteX11-753" fmla="*/ 0 w 2111887"/>
              <a:gd name="connsiteY11-754" fmla="*/ 275715 h 4571923"/>
              <a:gd name="connsiteX0-755" fmla="*/ 0 w 2111887"/>
              <a:gd name="connsiteY0-756" fmla="*/ 275289 h 4571497"/>
              <a:gd name="connsiteX1-757" fmla="*/ 235311 w 2111887"/>
              <a:gd name="connsiteY1-758" fmla="*/ 16166 h 4571497"/>
              <a:gd name="connsiteX2-759" fmla="*/ 1272357 w 2111887"/>
              <a:gd name="connsiteY2-760" fmla="*/ 25690 h 4571497"/>
              <a:gd name="connsiteX3-761" fmla="*/ 1520006 w 2111887"/>
              <a:gd name="connsiteY3-762" fmla="*/ 11403 h 4571497"/>
              <a:gd name="connsiteX4-763" fmla="*/ 1895626 w 2111887"/>
              <a:gd name="connsiteY4-764" fmla="*/ 20929 h 4571497"/>
              <a:gd name="connsiteX5-765" fmla="*/ 2111887 w 2111887"/>
              <a:gd name="connsiteY5-766" fmla="*/ 275289 h 4571497"/>
              <a:gd name="connsiteX6-767" fmla="*/ 2111887 w 2111887"/>
              <a:gd name="connsiteY6-768" fmla="*/ 4324280 h 4571497"/>
              <a:gd name="connsiteX7-769" fmla="*/ 1864670 w 2111887"/>
              <a:gd name="connsiteY7-770" fmla="*/ 4571497 h 4571497"/>
              <a:gd name="connsiteX8-771" fmla="*/ 247217 w 2111887"/>
              <a:gd name="connsiteY8-772" fmla="*/ 4571497 h 4571497"/>
              <a:gd name="connsiteX9-773" fmla="*/ 0 w 2111887"/>
              <a:gd name="connsiteY9-774" fmla="*/ 4324280 h 4571497"/>
              <a:gd name="connsiteX10-775" fmla="*/ 0 w 2111887"/>
              <a:gd name="connsiteY10-776" fmla="*/ 275289 h 4571497"/>
              <a:gd name="connsiteX0-777" fmla="*/ 0 w 2111887"/>
              <a:gd name="connsiteY0-778" fmla="*/ 280184 h 4576392"/>
              <a:gd name="connsiteX1-779" fmla="*/ 235311 w 2111887"/>
              <a:gd name="connsiteY1-780" fmla="*/ 21061 h 4576392"/>
              <a:gd name="connsiteX2-781" fmla="*/ 1520006 w 2111887"/>
              <a:gd name="connsiteY2-782" fmla="*/ 16298 h 4576392"/>
              <a:gd name="connsiteX3-783" fmla="*/ 1895626 w 2111887"/>
              <a:gd name="connsiteY3-784" fmla="*/ 25824 h 4576392"/>
              <a:gd name="connsiteX4-785" fmla="*/ 2111887 w 2111887"/>
              <a:gd name="connsiteY4-786" fmla="*/ 280184 h 4576392"/>
              <a:gd name="connsiteX5-787" fmla="*/ 2111887 w 2111887"/>
              <a:gd name="connsiteY5-788" fmla="*/ 4329175 h 4576392"/>
              <a:gd name="connsiteX6-789" fmla="*/ 1864670 w 2111887"/>
              <a:gd name="connsiteY6-790" fmla="*/ 4576392 h 4576392"/>
              <a:gd name="connsiteX7-791" fmla="*/ 247217 w 2111887"/>
              <a:gd name="connsiteY7-792" fmla="*/ 4576392 h 4576392"/>
              <a:gd name="connsiteX8-793" fmla="*/ 0 w 2111887"/>
              <a:gd name="connsiteY8-794" fmla="*/ 4329175 h 4576392"/>
              <a:gd name="connsiteX9-795" fmla="*/ 0 w 2111887"/>
              <a:gd name="connsiteY9-796" fmla="*/ 280184 h 4576392"/>
              <a:gd name="connsiteX0-797" fmla="*/ 0 w 2111887"/>
              <a:gd name="connsiteY0-798" fmla="*/ 288917 h 4585125"/>
              <a:gd name="connsiteX1-799" fmla="*/ 235311 w 2111887"/>
              <a:gd name="connsiteY1-800" fmla="*/ 29794 h 4585125"/>
              <a:gd name="connsiteX2-801" fmla="*/ 1895626 w 2111887"/>
              <a:gd name="connsiteY2-802" fmla="*/ 34557 h 4585125"/>
              <a:gd name="connsiteX3-803" fmla="*/ 2111887 w 2111887"/>
              <a:gd name="connsiteY3-804" fmla="*/ 288917 h 4585125"/>
              <a:gd name="connsiteX4-805" fmla="*/ 2111887 w 2111887"/>
              <a:gd name="connsiteY4-806" fmla="*/ 4337908 h 4585125"/>
              <a:gd name="connsiteX5-807" fmla="*/ 1864670 w 2111887"/>
              <a:gd name="connsiteY5-808" fmla="*/ 4585125 h 4585125"/>
              <a:gd name="connsiteX6-809" fmla="*/ 247217 w 2111887"/>
              <a:gd name="connsiteY6-810" fmla="*/ 4585125 h 4585125"/>
              <a:gd name="connsiteX7-811" fmla="*/ 0 w 2111887"/>
              <a:gd name="connsiteY7-812" fmla="*/ 4337908 h 4585125"/>
              <a:gd name="connsiteX8-813" fmla="*/ 0 w 2111887"/>
              <a:gd name="connsiteY8-814" fmla="*/ 288917 h 4585125"/>
              <a:gd name="connsiteX0-815" fmla="*/ 0 w 2111887"/>
              <a:gd name="connsiteY0-816" fmla="*/ 316063 h 4612271"/>
              <a:gd name="connsiteX1-817" fmla="*/ 235311 w 2111887"/>
              <a:gd name="connsiteY1-818" fmla="*/ 56940 h 4612271"/>
              <a:gd name="connsiteX2-819" fmla="*/ 1888483 w 2111887"/>
              <a:gd name="connsiteY2-820" fmla="*/ 18841 h 4612271"/>
              <a:gd name="connsiteX3-821" fmla="*/ 2111887 w 2111887"/>
              <a:gd name="connsiteY3-822" fmla="*/ 316063 h 4612271"/>
              <a:gd name="connsiteX4-823" fmla="*/ 2111887 w 2111887"/>
              <a:gd name="connsiteY4-824" fmla="*/ 4365054 h 4612271"/>
              <a:gd name="connsiteX5-825" fmla="*/ 1864670 w 2111887"/>
              <a:gd name="connsiteY5-826" fmla="*/ 4612271 h 4612271"/>
              <a:gd name="connsiteX6-827" fmla="*/ 247217 w 2111887"/>
              <a:gd name="connsiteY6-828" fmla="*/ 4612271 h 4612271"/>
              <a:gd name="connsiteX7-829" fmla="*/ 0 w 2111887"/>
              <a:gd name="connsiteY7-830" fmla="*/ 4365054 h 4612271"/>
              <a:gd name="connsiteX8-831" fmla="*/ 0 w 2111887"/>
              <a:gd name="connsiteY8-832" fmla="*/ 316063 h 4612271"/>
              <a:gd name="connsiteX0-833" fmla="*/ 0 w 2111887"/>
              <a:gd name="connsiteY0-834" fmla="*/ 327050 h 4623258"/>
              <a:gd name="connsiteX1-835" fmla="*/ 223404 w 2111887"/>
              <a:gd name="connsiteY1-836" fmla="*/ 34589 h 4623258"/>
              <a:gd name="connsiteX2-837" fmla="*/ 1888483 w 2111887"/>
              <a:gd name="connsiteY2-838" fmla="*/ 29828 h 4623258"/>
              <a:gd name="connsiteX3-839" fmla="*/ 2111887 w 2111887"/>
              <a:gd name="connsiteY3-840" fmla="*/ 327050 h 4623258"/>
              <a:gd name="connsiteX4-841" fmla="*/ 2111887 w 2111887"/>
              <a:gd name="connsiteY4-842" fmla="*/ 4376041 h 4623258"/>
              <a:gd name="connsiteX5-843" fmla="*/ 1864670 w 2111887"/>
              <a:gd name="connsiteY5-844" fmla="*/ 4623258 h 4623258"/>
              <a:gd name="connsiteX6-845" fmla="*/ 247217 w 2111887"/>
              <a:gd name="connsiteY6-846" fmla="*/ 4623258 h 4623258"/>
              <a:gd name="connsiteX7-847" fmla="*/ 0 w 2111887"/>
              <a:gd name="connsiteY7-848" fmla="*/ 4376041 h 4623258"/>
              <a:gd name="connsiteX8-849" fmla="*/ 0 w 2111887"/>
              <a:gd name="connsiteY8-850" fmla="*/ 327050 h 4623258"/>
              <a:gd name="connsiteX0-851" fmla="*/ 0 w 2111887"/>
              <a:gd name="connsiteY0-852" fmla="*/ 318359 h 4614567"/>
              <a:gd name="connsiteX1-853" fmla="*/ 223404 w 2111887"/>
              <a:gd name="connsiteY1-854" fmla="*/ 25898 h 4614567"/>
              <a:gd name="connsiteX2-855" fmla="*/ 1888483 w 2111887"/>
              <a:gd name="connsiteY2-856" fmla="*/ 21137 h 4614567"/>
              <a:gd name="connsiteX3-857" fmla="*/ 2111887 w 2111887"/>
              <a:gd name="connsiteY3-858" fmla="*/ 318359 h 4614567"/>
              <a:gd name="connsiteX4-859" fmla="*/ 2111887 w 2111887"/>
              <a:gd name="connsiteY4-860" fmla="*/ 4367350 h 4614567"/>
              <a:gd name="connsiteX5-861" fmla="*/ 1864670 w 2111887"/>
              <a:gd name="connsiteY5-862" fmla="*/ 4614567 h 4614567"/>
              <a:gd name="connsiteX6-863" fmla="*/ 247217 w 2111887"/>
              <a:gd name="connsiteY6-864" fmla="*/ 4614567 h 4614567"/>
              <a:gd name="connsiteX7-865" fmla="*/ 0 w 2111887"/>
              <a:gd name="connsiteY7-866" fmla="*/ 4367350 h 4614567"/>
              <a:gd name="connsiteX8-867" fmla="*/ 0 w 2111887"/>
              <a:gd name="connsiteY8-868" fmla="*/ 318359 h 4614567"/>
              <a:gd name="connsiteX0-869" fmla="*/ 0 w 2111887"/>
              <a:gd name="connsiteY0-870" fmla="*/ 308933 h 4605141"/>
              <a:gd name="connsiteX1-871" fmla="*/ 223404 w 2111887"/>
              <a:gd name="connsiteY1-872" fmla="*/ 16472 h 4605141"/>
              <a:gd name="connsiteX2-873" fmla="*/ 1888483 w 2111887"/>
              <a:gd name="connsiteY2-874" fmla="*/ 11711 h 4605141"/>
              <a:gd name="connsiteX3-875" fmla="*/ 2111887 w 2111887"/>
              <a:gd name="connsiteY3-876" fmla="*/ 308933 h 4605141"/>
              <a:gd name="connsiteX4-877" fmla="*/ 2111887 w 2111887"/>
              <a:gd name="connsiteY4-878" fmla="*/ 4357924 h 4605141"/>
              <a:gd name="connsiteX5-879" fmla="*/ 1864670 w 2111887"/>
              <a:gd name="connsiteY5-880" fmla="*/ 4605141 h 4605141"/>
              <a:gd name="connsiteX6-881" fmla="*/ 247217 w 2111887"/>
              <a:gd name="connsiteY6-882" fmla="*/ 4605141 h 4605141"/>
              <a:gd name="connsiteX7-883" fmla="*/ 0 w 2111887"/>
              <a:gd name="connsiteY7-884" fmla="*/ 4357924 h 4605141"/>
              <a:gd name="connsiteX8-885" fmla="*/ 0 w 2111887"/>
              <a:gd name="connsiteY8-886" fmla="*/ 308933 h 4605141"/>
              <a:gd name="connsiteX0-887" fmla="*/ 0 w 2111887"/>
              <a:gd name="connsiteY0-888" fmla="*/ 308933 h 4605141"/>
              <a:gd name="connsiteX1-889" fmla="*/ 223404 w 2111887"/>
              <a:gd name="connsiteY1-890" fmla="*/ 16472 h 4605141"/>
              <a:gd name="connsiteX2-891" fmla="*/ 1888483 w 2111887"/>
              <a:gd name="connsiteY2-892" fmla="*/ 11711 h 4605141"/>
              <a:gd name="connsiteX3-893" fmla="*/ 2111887 w 2111887"/>
              <a:gd name="connsiteY3-894" fmla="*/ 308933 h 4605141"/>
              <a:gd name="connsiteX4-895" fmla="*/ 2111887 w 2111887"/>
              <a:gd name="connsiteY4-896" fmla="*/ 4357924 h 4605141"/>
              <a:gd name="connsiteX5-897" fmla="*/ 1864670 w 2111887"/>
              <a:gd name="connsiteY5-898" fmla="*/ 4605141 h 4605141"/>
              <a:gd name="connsiteX6-899" fmla="*/ 247217 w 2111887"/>
              <a:gd name="connsiteY6-900" fmla="*/ 4605141 h 4605141"/>
              <a:gd name="connsiteX7-901" fmla="*/ 0 w 2111887"/>
              <a:gd name="connsiteY7-902" fmla="*/ 4357924 h 4605141"/>
              <a:gd name="connsiteX8-903" fmla="*/ 0 w 2111887"/>
              <a:gd name="connsiteY8-904" fmla="*/ 308933 h 4605141"/>
              <a:gd name="connsiteX0-905" fmla="*/ 0 w 2119031"/>
              <a:gd name="connsiteY0-906" fmla="*/ 292265 h 4605141"/>
              <a:gd name="connsiteX1-907" fmla="*/ 230548 w 2119031"/>
              <a:gd name="connsiteY1-908" fmla="*/ 16472 h 4605141"/>
              <a:gd name="connsiteX2-909" fmla="*/ 1895627 w 2119031"/>
              <a:gd name="connsiteY2-910" fmla="*/ 11711 h 4605141"/>
              <a:gd name="connsiteX3-911" fmla="*/ 2119031 w 2119031"/>
              <a:gd name="connsiteY3-912" fmla="*/ 308933 h 4605141"/>
              <a:gd name="connsiteX4-913" fmla="*/ 2119031 w 2119031"/>
              <a:gd name="connsiteY4-914" fmla="*/ 4357924 h 4605141"/>
              <a:gd name="connsiteX5-915" fmla="*/ 1871814 w 2119031"/>
              <a:gd name="connsiteY5-916" fmla="*/ 4605141 h 4605141"/>
              <a:gd name="connsiteX6-917" fmla="*/ 254361 w 2119031"/>
              <a:gd name="connsiteY6-918" fmla="*/ 4605141 h 4605141"/>
              <a:gd name="connsiteX7-919" fmla="*/ 7144 w 2119031"/>
              <a:gd name="connsiteY7-920" fmla="*/ 4357924 h 4605141"/>
              <a:gd name="connsiteX8-921" fmla="*/ 0 w 2119031"/>
              <a:gd name="connsiteY8-922" fmla="*/ 292265 h 4605141"/>
              <a:gd name="connsiteX0-923" fmla="*/ 0 w 2128556"/>
              <a:gd name="connsiteY0-924" fmla="*/ 292265 h 4605141"/>
              <a:gd name="connsiteX1-925" fmla="*/ 230548 w 2128556"/>
              <a:gd name="connsiteY1-926" fmla="*/ 16472 h 4605141"/>
              <a:gd name="connsiteX2-927" fmla="*/ 1895627 w 2128556"/>
              <a:gd name="connsiteY2-928" fmla="*/ 11711 h 4605141"/>
              <a:gd name="connsiteX3-929" fmla="*/ 2128556 w 2128556"/>
              <a:gd name="connsiteY3-930" fmla="*/ 297027 h 4605141"/>
              <a:gd name="connsiteX4-931" fmla="*/ 2119031 w 2128556"/>
              <a:gd name="connsiteY4-932" fmla="*/ 4357924 h 4605141"/>
              <a:gd name="connsiteX5-933" fmla="*/ 1871814 w 2128556"/>
              <a:gd name="connsiteY5-934" fmla="*/ 4605141 h 4605141"/>
              <a:gd name="connsiteX6-935" fmla="*/ 254361 w 2128556"/>
              <a:gd name="connsiteY6-936" fmla="*/ 4605141 h 4605141"/>
              <a:gd name="connsiteX7-937" fmla="*/ 7144 w 2128556"/>
              <a:gd name="connsiteY7-938" fmla="*/ 4357924 h 4605141"/>
              <a:gd name="connsiteX8-939" fmla="*/ 0 w 2128556"/>
              <a:gd name="connsiteY8-940" fmla="*/ 292265 h 4605141"/>
              <a:gd name="connsiteX0-941" fmla="*/ 0 w 2128556"/>
              <a:gd name="connsiteY0-942" fmla="*/ 292265 h 4605141"/>
              <a:gd name="connsiteX1-943" fmla="*/ 230548 w 2128556"/>
              <a:gd name="connsiteY1-944" fmla="*/ 16472 h 4605141"/>
              <a:gd name="connsiteX2-945" fmla="*/ 1895627 w 2128556"/>
              <a:gd name="connsiteY2-946" fmla="*/ 11711 h 4605141"/>
              <a:gd name="connsiteX3-947" fmla="*/ 2128556 w 2128556"/>
              <a:gd name="connsiteY3-948" fmla="*/ 297027 h 4605141"/>
              <a:gd name="connsiteX4-949" fmla="*/ 2128556 w 2128556"/>
              <a:gd name="connsiteY4-950" fmla="*/ 4360305 h 4605141"/>
              <a:gd name="connsiteX5-951" fmla="*/ 1871814 w 2128556"/>
              <a:gd name="connsiteY5-952" fmla="*/ 4605141 h 4605141"/>
              <a:gd name="connsiteX6-953" fmla="*/ 254361 w 2128556"/>
              <a:gd name="connsiteY6-954" fmla="*/ 4605141 h 4605141"/>
              <a:gd name="connsiteX7-955" fmla="*/ 7144 w 2128556"/>
              <a:gd name="connsiteY7-956" fmla="*/ 4357924 h 4605141"/>
              <a:gd name="connsiteX8-957" fmla="*/ 0 w 2128556"/>
              <a:gd name="connsiteY8-958" fmla="*/ 292265 h 4605141"/>
              <a:gd name="connsiteX0-959" fmla="*/ 0 w 2128556"/>
              <a:gd name="connsiteY0-960" fmla="*/ 292265 h 4626572"/>
              <a:gd name="connsiteX1-961" fmla="*/ 230548 w 2128556"/>
              <a:gd name="connsiteY1-962" fmla="*/ 16472 h 4626572"/>
              <a:gd name="connsiteX2-963" fmla="*/ 1895627 w 2128556"/>
              <a:gd name="connsiteY2-964" fmla="*/ 11711 h 4626572"/>
              <a:gd name="connsiteX3-965" fmla="*/ 2128556 w 2128556"/>
              <a:gd name="connsiteY3-966" fmla="*/ 297027 h 4626572"/>
              <a:gd name="connsiteX4-967" fmla="*/ 2128556 w 2128556"/>
              <a:gd name="connsiteY4-968" fmla="*/ 4360305 h 4626572"/>
              <a:gd name="connsiteX5-969" fmla="*/ 1867051 w 2128556"/>
              <a:gd name="connsiteY5-970" fmla="*/ 4626572 h 4626572"/>
              <a:gd name="connsiteX6-971" fmla="*/ 254361 w 2128556"/>
              <a:gd name="connsiteY6-972" fmla="*/ 4605141 h 4626572"/>
              <a:gd name="connsiteX7-973" fmla="*/ 7144 w 2128556"/>
              <a:gd name="connsiteY7-974" fmla="*/ 4357924 h 4626572"/>
              <a:gd name="connsiteX8-975" fmla="*/ 0 w 2128556"/>
              <a:gd name="connsiteY8-976" fmla="*/ 292265 h 4626572"/>
              <a:gd name="connsiteX0-977" fmla="*/ 0 w 2128556"/>
              <a:gd name="connsiteY0-978" fmla="*/ 292265 h 4626572"/>
              <a:gd name="connsiteX1-979" fmla="*/ 230548 w 2128556"/>
              <a:gd name="connsiteY1-980" fmla="*/ 16472 h 4626572"/>
              <a:gd name="connsiteX2-981" fmla="*/ 1895627 w 2128556"/>
              <a:gd name="connsiteY2-982" fmla="*/ 11711 h 4626572"/>
              <a:gd name="connsiteX3-983" fmla="*/ 2128556 w 2128556"/>
              <a:gd name="connsiteY3-984" fmla="*/ 297027 h 4626572"/>
              <a:gd name="connsiteX4-985" fmla="*/ 2128556 w 2128556"/>
              <a:gd name="connsiteY4-986" fmla="*/ 4360305 h 4626572"/>
              <a:gd name="connsiteX5-987" fmla="*/ 1867051 w 2128556"/>
              <a:gd name="connsiteY5-988" fmla="*/ 4626572 h 4626572"/>
              <a:gd name="connsiteX6-989" fmla="*/ 254361 w 2128556"/>
              <a:gd name="connsiteY6-990" fmla="*/ 4624191 h 4626572"/>
              <a:gd name="connsiteX7-991" fmla="*/ 7144 w 2128556"/>
              <a:gd name="connsiteY7-992" fmla="*/ 4357924 h 4626572"/>
              <a:gd name="connsiteX8-993" fmla="*/ 0 w 2128556"/>
              <a:gd name="connsiteY8-994" fmla="*/ 292265 h 4626572"/>
              <a:gd name="connsiteX0-995" fmla="*/ 2874 w 2131430"/>
              <a:gd name="connsiteY0-996" fmla="*/ 292265 h 4626572"/>
              <a:gd name="connsiteX1-997" fmla="*/ 233422 w 2131430"/>
              <a:gd name="connsiteY1-998" fmla="*/ 16472 h 4626572"/>
              <a:gd name="connsiteX2-999" fmla="*/ 1898501 w 2131430"/>
              <a:gd name="connsiteY2-1000" fmla="*/ 11711 h 4626572"/>
              <a:gd name="connsiteX3-1001" fmla="*/ 2131430 w 2131430"/>
              <a:gd name="connsiteY3-1002" fmla="*/ 297027 h 4626572"/>
              <a:gd name="connsiteX4-1003" fmla="*/ 2131430 w 2131430"/>
              <a:gd name="connsiteY4-1004" fmla="*/ 4360305 h 4626572"/>
              <a:gd name="connsiteX5-1005" fmla="*/ 1869925 w 2131430"/>
              <a:gd name="connsiteY5-1006" fmla="*/ 4626572 h 4626572"/>
              <a:gd name="connsiteX6-1007" fmla="*/ 257235 w 2131430"/>
              <a:gd name="connsiteY6-1008" fmla="*/ 4624191 h 4626572"/>
              <a:gd name="connsiteX7-1009" fmla="*/ 493 w 2131430"/>
              <a:gd name="connsiteY7-1010" fmla="*/ 4357924 h 4626572"/>
              <a:gd name="connsiteX8-1011" fmla="*/ 2874 w 2131430"/>
              <a:gd name="connsiteY8-1012" fmla="*/ 292265 h 46265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2131430" h="4626572">
                <a:moveTo>
                  <a:pt x="2874" y="292265"/>
                </a:moveTo>
                <a:cubicBezTo>
                  <a:pt x="2874" y="155731"/>
                  <a:pt x="101650" y="18853"/>
                  <a:pt x="233422" y="16472"/>
                </a:cubicBezTo>
                <a:cubicBezTo>
                  <a:pt x="556504" y="2654"/>
                  <a:pt x="1580975" y="-10045"/>
                  <a:pt x="1898501" y="11711"/>
                </a:cubicBezTo>
                <a:cubicBezTo>
                  <a:pt x="2042179" y="21236"/>
                  <a:pt x="2131430" y="160493"/>
                  <a:pt x="2131430" y="297027"/>
                </a:cubicBezTo>
                <a:lnTo>
                  <a:pt x="2131430" y="4360305"/>
                </a:lnTo>
                <a:cubicBezTo>
                  <a:pt x="2131430" y="4496839"/>
                  <a:pt x="2006459" y="4626572"/>
                  <a:pt x="1869925" y="4626572"/>
                </a:cubicBezTo>
                <a:lnTo>
                  <a:pt x="257235" y="4624191"/>
                </a:lnTo>
                <a:cubicBezTo>
                  <a:pt x="120701" y="4624191"/>
                  <a:pt x="493" y="4494458"/>
                  <a:pt x="493" y="4357924"/>
                </a:cubicBezTo>
                <a:cubicBezTo>
                  <a:pt x="-1888" y="3002704"/>
                  <a:pt x="5255" y="1647485"/>
                  <a:pt x="2874" y="29226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sp>
        <p:nvSpPr>
          <p:cNvPr id="15" name="Picture Placeholder 1"/>
          <p:cNvSpPr>
            <a:spLocks noGrp="1"/>
          </p:cNvSpPr>
          <p:nvPr>
            <p:ph type="pic" sz="quarter" idx="16" hasCustomPrompt="1"/>
          </p:nvPr>
        </p:nvSpPr>
        <p:spPr>
          <a:xfrm>
            <a:off x="9255760" y="1200818"/>
            <a:ext cx="534445" cy="155541"/>
          </a:xfrm>
          <a:custGeom>
            <a:avLst/>
            <a:gdLst>
              <a:gd name="connsiteX0" fmla="*/ 0 w 2111887"/>
              <a:gd name="connsiteY0" fmla="*/ 247217 h 4543425"/>
              <a:gd name="connsiteX1" fmla="*/ 247217 w 2111887"/>
              <a:gd name="connsiteY1" fmla="*/ 0 h 4543425"/>
              <a:gd name="connsiteX2" fmla="*/ 1864670 w 2111887"/>
              <a:gd name="connsiteY2" fmla="*/ 0 h 4543425"/>
              <a:gd name="connsiteX3" fmla="*/ 2111887 w 2111887"/>
              <a:gd name="connsiteY3" fmla="*/ 247217 h 4543425"/>
              <a:gd name="connsiteX4" fmla="*/ 2111887 w 2111887"/>
              <a:gd name="connsiteY4" fmla="*/ 4296208 h 4543425"/>
              <a:gd name="connsiteX5" fmla="*/ 1864670 w 2111887"/>
              <a:gd name="connsiteY5" fmla="*/ 4543425 h 4543425"/>
              <a:gd name="connsiteX6" fmla="*/ 247217 w 2111887"/>
              <a:gd name="connsiteY6" fmla="*/ 4543425 h 4543425"/>
              <a:gd name="connsiteX7" fmla="*/ 0 w 2111887"/>
              <a:gd name="connsiteY7" fmla="*/ 4296208 h 4543425"/>
              <a:gd name="connsiteX8" fmla="*/ 0 w 2111887"/>
              <a:gd name="connsiteY8" fmla="*/ 247217 h 4543425"/>
              <a:gd name="connsiteX0-1" fmla="*/ 0 w 2111887"/>
              <a:gd name="connsiteY0-2" fmla="*/ 247221 h 4543429"/>
              <a:gd name="connsiteX1-3" fmla="*/ 247217 w 2111887"/>
              <a:gd name="connsiteY1-4" fmla="*/ 4 h 4543429"/>
              <a:gd name="connsiteX2-5" fmla="*/ 1103287 w 2111887"/>
              <a:gd name="connsiteY2-6" fmla="*/ 100016 h 4543429"/>
              <a:gd name="connsiteX3-7" fmla="*/ 1864670 w 2111887"/>
              <a:gd name="connsiteY3-8" fmla="*/ 4 h 4543429"/>
              <a:gd name="connsiteX4-9" fmla="*/ 2111887 w 2111887"/>
              <a:gd name="connsiteY4-10" fmla="*/ 247221 h 4543429"/>
              <a:gd name="connsiteX5-11" fmla="*/ 2111887 w 2111887"/>
              <a:gd name="connsiteY5-12" fmla="*/ 4296212 h 4543429"/>
              <a:gd name="connsiteX6-13" fmla="*/ 1864670 w 2111887"/>
              <a:gd name="connsiteY6-14" fmla="*/ 4543429 h 4543429"/>
              <a:gd name="connsiteX7-15" fmla="*/ 247217 w 2111887"/>
              <a:gd name="connsiteY7-16" fmla="*/ 4543429 h 4543429"/>
              <a:gd name="connsiteX8-17" fmla="*/ 0 w 2111887"/>
              <a:gd name="connsiteY8-18" fmla="*/ 4296212 h 4543429"/>
              <a:gd name="connsiteX9" fmla="*/ 0 w 2111887"/>
              <a:gd name="connsiteY9" fmla="*/ 247221 h 4543429"/>
              <a:gd name="connsiteX0-19" fmla="*/ 0 w 2111887"/>
              <a:gd name="connsiteY0-20" fmla="*/ 264906 h 4561114"/>
              <a:gd name="connsiteX1-21" fmla="*/ 247217 w 2111887"/>
              <a:gd name="connsiteY1-22" fmla="*/ 17689 h 4561114"/>
              <a:gd name="connsiteX2-23" fmla="*/ 665137 w 2111887"/>
              <a:gd name="connsiteY2-24" fmla="*/ 22451 h 4561114"/>
              <a:gd name="connsiteX3-25" fmla="*/ 1103287 w 2111887"/>
              <a:gd name="connsiteY3-26" fmla="*/ 117701 h 4561114"/>
              <a:gd name="connsiteX4-27" fmla="*/ 1864670 w 2111887"/>
              <a:gd name="connsiteY4-28" fmla="*/ 17689 h 4561114"/>
              <a:gd name="connsiteX5-29" fmla="*/ 2111887 w 2111887"/>
              <a:gd name="connsiteY5-30" fmla="*/ 264906 h 4561114"/>
              <a:gd name="connsiteX6-31" fmla="*/ 2111887 w 2111887"/>
              <a:gd name="connsiteY6-32" fmla="*/ 4313897 h 4561114"/>
              <a:gd name="connsiteX7-33" fmla="*/ 1864670 w 2111887"/>
              <a:gd name="connsiteY7-34" fmla="*/ 4561114 h 4561114"/>
              <a:gd name="connsiteX8-35" fmla="*/ 247217 w 2111887"/>
              <a:gd name="connsiteY8-36" fmla="*/ 4561114 h 4561114"/>
              <a:gd name="connsiteX9-37" fmla="*/ 0 w 2111887"/>
              <a:gd name="connsiteY9-38" fmla="*/ 4313897 h 4561114"/>
              <a:gd name="connsiteX10" fmla="*/ 0 w 2111887"/>
              <a:gd name="connsiteY10" fmla="*/ 264906 h 4561114"/>
              <a:gd name="connsiteX0-39" fmla="*/ 0 w 2111887"/>
              <a:gd name="connsiteY0-40" fmla="*/ 269676 h 4565884"/>
              <a:gd name="connsiteX1-41" fmla="*/ 247217 w 2111887"/>
              <a:gd name="connsiteY1-42" fmla="*/ 22459 h 4565884"/>
              <a:gd name="connsiteX2-43" fmla="*/ 612749 w 2111887"/>
              <a:gd name="connsiteY2-44" fmla="*/ 15315 h 4565884"/>
              <a:gd name="connsiteX3-45" fmla="*/ 1103287 w 2111887"/>
              <a:gd name="connsiteY3-46" fmla="*/ 122471 h 4565884"/>
              <a:gd name="connsiteX4-47" fmla="*/ 1864670 w 2111887"/>
              <a:gd name="connsiteY4-48" fmla="*/ 22459 h 4565884"/>
              <a:gd name="connsiteX5-49" fmla="*/ 2111887 w 2111887"/>
              <a:gd name="connsiteY5-50" fmla="*/ 269676 h 4565884"/>
              <a:gd name="connsiteX6-51" fmla="*/ 2111887 w 2111887"/>
              <a:gd name="connsiteY6-52" fmla="*/ 4318667 h 4565884"/>
              <a:gd name="connsiteX7-53" fmla="*/ 1864670 w 2111887"/>
              <a:gd name="connsiteY7-54" fmla="*/ 4565884 h 4565884"/>
              <a:gd name="connsiteX8-55" fmla="*/ 247217 w 2111887"/>
              <a:gd name="connsiteY8-56" fmla="*/ 4565884 h 4565884"/>
              <a:gd name="connsiteX9-57" fmla="*/ 0 w 2111887"/>
              <a:gd name="connsiteY9-58" fmla="*/ 4318667 h 4565884"/>
              <a:gd name="connsiteX10-59" fmla="*/ 0 w 2111887"/>
              <a:gd name="connsiteY10-60" fmla="*/ 269676 h 4565884"/>
              <a:gd name="connsiteX0-61" fmla="*/ 0 w 2111887"/>
              <a:gd name="connsiteY0-62" fmla="*/ 275247 h 4571455"/>
              <a:gd name="connsiteX1-63" fmla="*/ 247217 w 2111887"/>
              <a:gd name="connsiteY1-64" fmla="*/ 18505 h 4571455"/>
              <a:gd name="connsiteX2-65" fmla="*/ 612749 w 2111887"/>
              <a:gd name="connsiteY2-66" fmla="*/ 20886 h 4571455"/>
              <a:gd name="connsiteX3-67" fmla="*/ 1103287 w 2111887"/>
              <a:gd name="connsiteY3-68" fmla="*/ 128042 h 4571455"/>
              <a:gd name="connsiteX4-69" fmla="*/ 1864670 w 2111887"/>
              <a:gd name="connsiteY4-70" fmla="*/ 28030 h 4571455"/>
              <a:gd name="connsiteX5-71" fmla="*/ 2111887 w 2111887"/>
              <a:gd name="connsiteY5-72" fmla="*/ 275247 h 4571455"/>
              <a:gd name="connsiteX6-73" fmla="*/ 2111887 w 2111887"/>
              <a:gd name="connsiteY6-74" fmla="*/ 4324238 h 4571455"/>
              <a:gd name="connsiteX7-75" fmla="*/ 1864670 w 2111887"/>
              <a:gd name="connsiteY7-76" fmla="*/ 4571455 h 4571455"/>
              <a:gd name="connsiteX8-77" fmla="*/ 247217 w 2111887"/>
              <a:gd name="connsiteY8-78" fmla="*/ 4571455 h 4571455"/>
              <a:gd name="connsiteX9-79" fmla="*/ 0 w 2111887"/>
              <a:gd name="connsiteY9-80" fmla="*/ 4324238 h 4571455"/>
              <a:gd name="connsiteX10-81" fmla="*/ 0 w 2111887"/>
              <a:gd name="connsiteY10-82" fmla="*/ 275247 h 4571455"/>
              <a:gd name="connsiteX0-83" fmla="*/ 0 w 2111887"/>
              <a:gd name="connsiteY0-84" fmla="*/ 268247 h 4564455"/>
              <a:gd name="connsiteX1-85" fmla="*/ 247217 w 2111887"/>
              <a:gd name="connsiteY1-86" fmla="*/ 11505 h 4564455"/>
              <a:gd name="connsiteX2-87" fmla="*/ 612749 w 2111887"/>
              <a:gd name="connsiteY2-88" fmla="*/ 13886 h 4564455"/>
              <a:gd name="connsiteX3-89" fmla="*/ 1103287 w 2111887"/>
              <a:gd name="connsiteY3-90" fmla="*/ 121042 h 4564455"/>
              <a:gd name="connsiteX4-91" fmla="*/ 1864670 w 2111887"/>
              <a:gd name="connsiteY4-92" fmla="*/ 21030 h 4564455"/>
              <a:gd name="connsiteX5-93" fmla="*/ 2111887 w 2111887"/>
              <a:gd name="connsiteY5-94" fmla="*/ 268247 h 4564455"/>
              <a:gd name="connsiteX6-95" fmla="*/ 2111887 w 2111887"/>
              <a:gd name="connsiteY6-96" fmla="*/ 4317238 h 4564455"/>
              <a:gd name="connsiteX7-97" fmla="*/ 1864670 w 2111887"/>
              <a:gd name="connsiteY7-98" fmla="*/ 4564455 h 4564455"/>
              <a:gd name="connsiteX8-99" fmla="*/ 247217 w 2111887"/>
              <a:gd name="connsiteY8-100" fmla="*/ 4564455 h 4564455"/>
              <a:gd name="connsiteX9-101" fmla="*/ 0 w 2111887"/>
              <a:gd name="connsiteY9-102" fmla="*/ 4317238 h 4564455"/>
              <a:gd name="connsiteX10-103" fmla="*/ 0 w 2111887"/>
              <a:gd name="connsiteY10-104" fmla="*/ 268247 h 4564455"/>
              <a:gd name="connsiteX0-105" fmla="*/ 0 w 2111887"/>
              <a:gd name="connsiteY0-106" fmla="*/ 268247 h 4564455"/>
              <a:gd name="connsiteX1-107" fmla="*/ 247217 w 2111887"/>
              <a:gd name="connsiteY1-108" fmla="*/ 11505 h 4564455"/>
              <a:gd name="connsiteX2-109" fmla="*/ 612749 w 2111887"/>
              <a:gd name="connsiteY2-110" fmla="*/ 13886 h 4564455"/>
              <a:gd name="connsiteX3-111" fmla="*/ 784200 w 2111887"/>
              <a:gd name="connsiteY3-112" fmla="*/ 59130 h 4564455"/>
              <a:gd name="connsiteX4-113" fmla="*/ 1103287 w 2111887"/>
              <a:gd name="connsiteY4-114" fmla="*/ 121042 h 4564455"/>
              <a:gd name="connsiteX5-115" fmla="*/ 1864670 w 2111887"/>
              <a:gd name="connsiteY5-116" fmla="*/ 21030 h 4564455"/>
              <a:gd name="connsiteX6-117" fmla="*/ 2111887 w 2111887"/>
              <a:gd name="connsiteY6-118" fmla="*/ 268247 h 4564455"/>
              <a:gd name="connsiteX7-119" fmla="*/ 2111887 w 2111887"/>
              <a:gd name="connsiteY7-120" fmla="*/ 4317238 h 4564455"/>
              <a:gd name="connsiteX8-121" fmla="*/ 1864670 w 2111887"/>
              <a:gd name="connsiteY8-122" fmla="*/ 4564455 h 4564455"/>
              <a:gd name="connsiteX9-123" fmla="*/ 247217 w 2111887"/>
              <a:gd name="connsiteY9-124" fmla="*/ 4564455 h 4564455"/>
              <a:gd name="connsiteX10-125" fmla="*/ 0 w 2111887"/>
              <a:gd name="connsiteY10-126" fmla="*/ 4317238 h 4564455"/>
              <a:gd name="connsiteX11" fmla="*/ 0 w 2111887"/>
              <a:gd name="connsiteY11" fmla="*/ 268247 h 4564455"/>
              <a:gd name="connsiteX0-127" fmla="*/ 0 w 2111887"/>
              <a:gd name="connsiteY0-128" fmla="*/ 268247 h 4564455"/>
              <a:gd name="connsiteX1-129" fmla="*/ 247217 w 2111887"/>
              <a:gd name="connsiteY1-130" fmla="*/ 11505 h 4564455"/>
              <a:gd name="connsiteX2-131" fmla="*/ 612749 w 2111887"/>
              <a:gd name="connsiteY2-132" fmla="*/ 13886 h 4564455"/>
              <a:gd name="connsiteX3-133" fmla="*/ 691331 w 2111887"/>
              <a:gd name="connsiteY3-134" fmla="*/ 101992 h 4564455"/>
              <a:gd name="connsiteX4-135" fmla="*/ 1103287 w 2111887"/>
              <a:gd name="connsiteY4-136" fmla="*/ 121042 h 4564455"/>
              <a:gd name="connsiteX5-137" fmla="*/ 1864670 w 2111887"/>
              <a:gd name="connsiteY5-138" fmla="*/ 21030 h 4564455"/>
              <a:gd name="connsiteX6-139" fmla="*/ 2111887 w 2111887"/>
              <a:gd name="connsiteY6-140" fmla="*/ 268247 h 4564455"/>
              <a:gd name="connsiteX7-141" fmla="*/ 2111887 w 2111887"/>
              <a:gd name="connsiteY7-142" fmla="*/ 4317238 h 4564455"/>
              <a:gd name="connsiteX8-143" fmla="*/ 1864670 w 2111887"/>
              <a:gd name="connsiteY8-144" fmla="*/ 4564455 h 4564455"/>
              <a:gd name="connsiteX9-145" fmla="*/ 247217 w 2111887"/>
              <a:gd name="connsiteY9-146" fmla="*/ 4564455 h 4564455"/>
              <a:gd name="connsiteX10-147" fmla="*/ 0 w 2111887"/>
              <a:gd name="connsiteY10-148" fmla="*/ 4317238 h 4564455"/>
              <a:gd name="connsiteX11-149" fmla="*/ 0 w 2111887"/>
              <a:gd name="connsiteY11-150" fmla="*/ 268247 h 4564455"/>
              <a:gd name="connsiteX0-151" fmla="*/ 0 w 2111887"/>
              <a:gd name="connsiteY0-152" fmla="*/ 268247 h 4564455"/>
              <a:gd name="connsiteX1-153" fmla="*/ 247217 w 2111887"/>
              <a:gd name="connsiteY1-154" fmla="*/ 11505 h 4564455"/>
              <a:gd name="connsiteX2-155" fmla="*/ 612749 w 2111887"/>
              <a:gd name="connsiteY2-156" fmla="*/ 13886 h 4564455"/>
              <a:gd name="connsiteX3-157" fmla="*/ 691331 w 2111887"/>
              <a:gd name="connsiteY3-158" fmla="*/ 101992 h 4564455"/>
              <a:gd name="connsiteX4-159" fmla="*/ 1103287 w 2111887"/>
              <a:gd name="connsiteY4-160" fmla="*/ 121042 h 4564455"/>
              <a:gd name="connsiteX5-161" fmla="*/ 1453331 w 2111887"/>
              <a:gd name="connsiteY5-162" fmla="*/ 123424 h 4564455"/>
              <a:gd name="connsiteX6-163" fmla="*/ 1864670 w 2111887"/>
              <a:gd name="connsiteY6-164" fmla="*/ 21030 h 4564455"/>
              <a:gd name="connsiteX7-165" fmla="*/ 2111887 w 2111887"/>
              <a:gd name="connsiteY7-166" fmla="*/ 268247 h 4564455"/>
              <a:gd name="connsiteX8-167" fmla="*/ 2111887 w 2111887"/>
              <a:gd name="connsiteY8-168" fmla="*/ 4317238 h 4564455"/>
              <a:gd name="connsiteX9-169" fmla="*/ 1864670 w 2111887"/>
              <a:gd name="connsiteY9-170" fmla="*/ 4564455 h 4564455"/>
              <a:gd name="connsiteX10-171" fmla="*/ 247217 w 2111887"/>
              <a:gd name="connsiteY10-172" fmla="*/ 4564455 h 4564455"/>
              <a:gd name="connsiteX11-173" fmla="*/ 0 w 2111887"/>
              <a:gd name="connsiteY11-174" fmla="*/ 4317238 h 4564455"/>
              <a:gd name="connsiteX12" fmla="*/ 0 w 2111887"/>
              <a:gd name="connsiteY12" fmla="*/ 268247 h 4564455"/>
              <a:gd name="connsiteX0-175" fmla="*/ 0 w 2111887"/>
              <a:gd name="connsiteY0-176" fmla="*/ 268247 h 4564455"/>
              <a:gd name="connsiteX1-177" fmla="*/ 247217 w 2111887"/>
              <a:gd name="connsiteY1-178" fmla="*/ 11505 h 4564455"/>
              <a:gd name="connsiteX2-179" fmla="*/ 612749 w 2111887"/>
              <a:gd name="connsiteY2-180" fmla="*/ 13886 h 4564455"/>
              <a:gd name="connsiteX3-181" fmla="*/ 691331 w 2111887"/>
              <a:gd name="connsiteY3-182" fmla="*/ 101992 h 4564455"/>
              <a:gd name="connsiteX4-183" fmla="*/ 1103287 w 2111887"/>
              <a:gd name="connsiteY4-184" fmla="*/ 121042 h 4564455"/>
              <a:gd name="connsiteX5-185" fmla="*/ 1453331 w 2111887"/>
              <a:gd name="connsiteY5-186" fmla="*/ 123424 h 4564455"/>
              <a:gd name="connsiteX6-187" fmla="*/ 1600969 w 2111887"/>
              <a:gd name="connsiteY6-188" fmla="*/ 73418 h 4564455"/>
              <a:gd name="connsiteX7-189" fmla="*/ 1864670 w 2111887"/>
              <a:gd name="connsiteY7-190" fmla="*/ 21030 h 4564455"/>
              <a:gd name="connsiteX8-191" fmla="*/ 2111887 w 2111887"/>
              <a:gd name="connsiteY8-192" fmla="*/ 268247 h 4564455"/>
              <a:gd name="connsiteX9-193" fmla="*/ 2111887 w 2111887"/>
              <a:gd name="connsiteY9-194" fmla="*/ 4317238 h 4564455"/>
              <a:gd name="connsiteX10-195" fmla="*/ 1864670 w 2111887"/>
              <a:gd name="connsiteY10-196" fmla="*/ 4564455 h 4564455"/>
              <a:gd name="connsiteX11-197" fmla="*/ 247217 w 2111887"/>
              <a:gd name="connsiteY11-198" fmla="*/ 4564455 h 4564455"/>
              <a:gd name="connsiteX12-199" fmla="*/ 0 w 2111887"/>
              <a:gd name="connsiteY12-200" fmla="*/ 4317238 h 4564455"/>
              <a:gd name="connsiteX13" fmla="*/ 0 w 2111887"/>
              <a:gd name="connsiteY13" fmla="*/ 268247 h 4564455"/>
              <a:gd name="connsiteX0-201" fmla="*/ 0 w 2111887"/>
              <a:gd name="connsiteY0-202" fmla="*/ 271881 h 4568089"/>
              <a:gd name="connsiteX1-203" fmla="*/ 247217 w 2111887"/>
              <a:gd name="connsiteY1-204" fmla="*/ 15139 h 4568089"/>
              <a:gd name="connsiteX2-205" fmla="*/ 612749 w 2111887"/>
              <a:gd name="connsiteY2-206" fmla="*/ 17520 h 4568089"/>
              <a:gd name="connsiteX3-207" fmla="*/ 691331 w 2111887"/>
              <a:gd name="connsiteY3-208" fmla="*/ 105626 h 4568089"/>
              <a:gd name="connsiteX4-209" fmla="*/ 1103287 w 2111887"/>
              <a:gd name="connsiteY4-210" fmla="*/ 124676 h 4568089"/>
              <a:gd name="connsiteX5-211" fmla="*/ 1453331 w 2111887"/>
              <a:gd name="connsiteY5-212" fmla="*/ 127058 h 4568089"/>
              <a:gd name="connsiteX6-213" fmla="*/ 1520006 w 2111887"/>
              <a:gd name="connsiteY6-214" fmla="*/ 12758 h 4568089"/>
              <a:gd name="connsiteX7-215" fmla="*/ 1864670 w 2111887"/>
              <a:gd name="connsiteY7-216" fmla="*/ 24664 h 4568089"/>
              <a:gd name="connsiteX8-217" fmla="*/ 2111887 w 2111887"/>
              <a:gd name="connsiteY8-218" fmla="*/ 271881 h 4568089"/>
              <a:gd name="connsiteX9-219" fmla="*/ 2111887 w 2111887"/>
              <a:gd name="connsiteY9-220" fmla="*/ 4320872 h 4568089"/>
              <a:gd name="connsiteX10-221" fmla="*/ 1864670 w 2111887"/>
              <a:gd name="connsiteY10-222" fmla="*/ 4568089 h 4568089"/>
              <a:gd name="connsiteX11-223" fmla="*/ 247217 w 2111887"/>
              <a:gd name="connsiteY11-224" fmla="*/ 4568089 h 4568089"/>
              <a:gd name="connsiteX12-225" fmla="*/ 0 w 2111887"/>
              <a:gd name="connsiteY12-226" fmla="*/ 4320872 h 4568089"/>
              <a:gd name="connsiteX13-227" fmla="*/ 0 w 2111887"/>
              <a:gd name="connsiteY13-228" fmla="*/ 271881 h 4568089"/>
              <a:gd name="connsiteX0-229" fmla="*/ 0 w 2111887"/>
              <a:gd name="connsiteY0-230" fmla="*/ 272962 h 4569170"/>
              <a:gd name="connsiteX1-231" fmla="*/ 247217 w 2111887"/>
              <a:gd name="connsiteY1-232" fmla="*/ 16220 h 4569170"/>
              <a:gd name="connsiteX2-233" fmla="*/ 612749 w 2111887"/>
              <a:gd name="connsiteY2-234" fmla="*/ 18601 h 4569170"/>
              <a:gd name="connsiteX3-235" fmla="*/ 691331 w 2111887"/>
              <a:gd name="connsiteY3-236" fmla="*/ 106707 h 4569170"/>
              <a:gd name="connsiteX4-237" fmla="*/ 1103287 w 2111887"/>
              <a:gd name="connsiteY4-238" fmla="*/ 125757 h 4569170"/>
              <a:gd name="connsiteX5-239" fmla="*/ 1453331 w 2111887"/>
              <a:gd name="connsiteY5-240" fmla="*/ 128139 h 4569170"/>
              <a:gd name="connsiteX6-241" fmla="*/ 1520006 w 2111887"/>
              <a:gd name="connsiteY6-242" fmla="*/ 13839 h 4569170"/>
              <a:gd name="connsiteX7-243" fmla="*/ 1888482 w 2111887"/>
              <a:gd name="connsiteY7-244" fmla="*/ 23364 h 4569170"/>
              <a:gd name="connsiteX8-245" fmla="*/ 2111887 w 2111887"/>
              <a:gd name="connsiteY8-246" fmla="*/ 272962 h 4569170"/>
              <a:gd name="connsiteX9-247" fmla="*/ 2111887 w 2111887"/>
              <a:gd name="connsiteY9-248" fmla="*/ 4321953 h 4569170"/>
              <a:gd name="connsiteX10-249" fmla="*/ 1864670 w 2111887"/>
              <a:gd name="connsiteY10-250" fmla="*/ 4569170 h 4569170"/>
              <a:gd name="connsiteX11-251" fmla="*/ 247217 w 2111887"/>
              <a:gd name="connsiteY11-252" fmla="*/ 4569170 h 4569170"/>
              <a:gd name="connsiteX12-253" fmla="*/ 0 w 2111887"/>
              <a:gd name="connsiteY12-254" fmla="*/ 4321953 h 4569170"/>
              <a:gd name="connsiteX13-255" fmla="*/ 0 w 2111887"/>
              <a:gd name="connsiteY13-256" fmla="*/ 272962 h 4569170"/>
              <a:gd name="connsiteX0-257" fmla="*/ 0 w 2111887"/>
              <a:gd name="connsiteY0-258" fmla="*/ 272962 h 4569170"/>
              <a:gd name="connsiteX1-259" fmla="*/ 247217 w 2111887"/>
              <a:gd name="connsiteY1-260" fmla="*/ 16220 h 4569170"/>
              <a:gd name="connsiteX2-261" fmla="*/ 612749 w 2111887"/>
              <a:gd name="connsiteY2-262" fmla="*/ 18601 h 4569170"/>
              <a:gd name="connsiteX3-263" fmla="*/ 693712 w 2111887"/>
              <a:gd name="connsiteY3-264" fmla="*/ 118613 h 4569170"/>
              <a:gd name="connsiteX4-265" fmla="*/ 1103287 w 2111887"/>
              <a:gd name="connsiteY4-266" fmla="*/ 125757 h 4569170"/>
              <a:gd name="connsiteX5-267" fmla="*/ 1453331 w 2111887"/>
              <a:gd name="connsiteY5-268" fmla="*/ 128139 h 4569170"/>
              <a:gd name="connsiteX6-269" fmla="*/ 1520006 w 2111887"/>
              <a:gd name="connsiteY6-270" fmla="*/ 13839 h 4569170"/>
              <a:gd name="connsiteX7-271" fmla="*/ 1888482 w 2111887"/>
              <a:gd name="connsiteY7-272" fmla="*/ 23364 h 4569170"/>
              <a:gd name="connsiteX8-273" fmla="*/ 2111887 w 2111887"/>
              <a:gd name="connsiteY8-274" fmla="*/ 272962 h 4569170"/>
              <a:gd name="connsiteX9-275" fmla="*/ 2111887 w 2111887"/>
              <a:gd name="connsiteY9-276" fmla="*/ 4321953 h 4569170"/>
              <a:gd name="connsiteX10-277" fmla="*/ 1864670 w 2111887"/>
              <a:gd name="connsiteY10-278" fmla="*/ 4569170 h 4569170"/>
              <a:gd name="connsiteX11-279" fmla="*/ 247217 w 2111887"/>
              <a:gd name="connsiteY11-280" fmla="*/ 4569170 h 4569170"/>
              <a:gd name="connsiteX12-281" fmla="*/ 0 w 2111887"/>
              <a:gd name="connsiteY12-282" fmla="*/ 4321953 h 4569170"/>
              <a:gd name="connsiteX13-283" fmla="*/ 0 w 2111887"/>
              <a:gd name="connsiteY13-284" fmla="*/ 272962 h 4569170"/>
              <a:gd name="connsiteX0-285" fmla="*/ 0 w 2111887"/>
              <a:gd name="connsiteY0-286" fmla="*/ 272962 h 4569170"/>
              <a:gd name="connsiteX1-287" fmla="*/ 247217 w 2111887"/>
              <a:gd name="connsiteY1-288" fmla="*/ 16220 h 4569170"/>
              <a:gd name="connsiteX2-289" fmla="*/ 598462 w 2111887"/>
              <a:gd name="connsiteY2-290" fmla="*/ 16220 h 4569170"/>
              <a:gd name="connsiteX3-291" fmla="*/ 693712 w 2111887"/>
              <a:gd name="connsiteY3-292" fmla="*/ 118613 h 4569170"/>
              <a:gd name="connsiteX4-293" fmla="*/ 1103287 w 2111887"/>
              <a:gd name="connsiteY4-294" fmla="*/ 125757 h 4569170"/>
              <a:gd name="connsiteX5-295" fmla="*/ 1453331 w 2111887"/>
              <a:gd name="connsiteY5-296" fmla="*/ 128139 h 4569170"/>
              <a:gd name="connsiteX6-297" fmla="*/ 1520006 w 2111887"/>
              <a:gd name="connsiteY6-298" fmla="*/ 13839 h 4569170"/>
              <a:gd name="connsiteX7-299" fmla="*/ 1888482 w 2111887"/>
              <a:gd name="connsiteY7-300" fmla="*/ 23364 h 4569170"/>
              <a:gd name="connsiteX8-301" fmla="*/ 2111887 w 2111887"/>
              <a:gd name="connsiteY8-302" fmla="*/ 272962 h 4569170"/>
              <a:gd name="connsiteX9-303" fmla="*/ 2111887 w 2111887"/>
              <a:gd name="connsiteY9-304" fmla="*/ 4321953 h 4569170"/>
              <a:gd name="connsiteX10-305" fmla="*/ 1864670 w 2111887"/>
              <a:gd name="connsiteY10-306" fmla="*/ 4569170 h 4569170"/>
              <a:gd name="connsiteX11-307" fmla="*/ 247217 w 2111887"/>
              <a:gd name="connsiteY11-308" fmla="*/ 4569170 h 4569170"/>
              <a:gd name="connsiteX12-309" fmla="*/ 0 w 2111887"/>
              <a:gd name="connsiteY12-310" fmla="*/ 4321953 h 4569170"/>
              <a:gd name="connsiteX13-311" fmla="*/ 0 w 2111887"/>
              <a:gd name="connsiteY13-312" fmla="*/ 272962 h 4569170"/>
              <a:gd name="connsiteX0-313" fmla="*/ 0 w 2111887"/>
              <a:gd name="connsiteY0-314" fmla="*/ 272962 h 4569170"/>
              <a:gd name="connsiteX1-315" fmla="*/ 247217 w 2111887"/>
              <a:gd name="connsiteY1-316" fmla="*/ 16220 h 4569170"/>
              <a:gd name="connsiteX2-317" fmla="*/ 598462 w 2111887"/>
              <a:gd name="connsiteY2-318" fmla="*/ 16220 h 4569170"/>
              <a:gd name="connsiteX3-319" fmla="*/ 693712 w 2111887"/>
              <a:gd name="connsiteY3-320" fmla="*/ 118613 h 4569170"/>
              <a:gd name="connsiteX4-321" fmla="*/ 1103287 w 2111887"/>
              <a:gd name="connsiteY4-322" fmla="*/ 125757 h 4569170"/>
              <a:gd name="connsiteX5-323" fmla="*/ 1453331 w 2111887"/>
              <a:gd name="connsiteY5-324" fmla="*/ 120995 h 4569170"/>
              <a:gd name="connsiteX6-325" fmla="*/ 1520006 w 2111887"/>
              <a:gd name="connsiteY6-326" fmla="*/ 13839 h 4569170"/>
              <a:gd name="connsiteX7-327" fmla="*/ 1888482 w 2111887"/>
              <a:gd name="connsiteY7-328" fmla="*/ 23364 h 4569170"/>
              <a:gd name="connsiteX8-329" fmla="*/ 2111887 w 2111887"/>
              <a:gd name="connsiteY8-330" fmla="*/ 272962 h 4569170"/>
              <a:gd name="connsiteX9-331" fmla="*/ 2111887 w 2111887"/>
              <a:gd name="connsiteY9-332" fmla="*/ 4321953 h 4569170"/>
              <a:gd name="connsiteX10-333" fmla="*/ 1864670 w 2111887"/>
              <a:gd name="connsiteY10-334" fmla="*/ 4569170 h 4569170"/>
              <a:gd name="connsiteX11-335" fmla="*/ 247217 w 2111887"/>
              <a:gd name="connsiteY11-336" fmla="*/ 4569170 h 4569170"/>
              <a:gd name="connsiteX12-337" fmla="*/ 0 w 2111887"/>
              <a:gd name="connsiteY12-338" fmla="*/ 4321953 h 4569170"/>
              <a:gd name="connsiteX13-339" fmla="*/ 0 w 2111887"/>
              <a:gd name="connsiteY13-340" fmla="*/ 272962 h 4569170"/>
              <a:gd name="connsiteX0-341" fmla="*/ 0 w 2111887"/>
              <a:gd name="connsiteY0-342" fmla="*/ 272962 h 4569170"/>
              <a:gd name="connsiteX1-343" fmla="*/ 247217 w 2111887"/>
              <a:gd name="connsiteY1-344" fmla="*/ 16220 h 4569170"/>
              <a:gd name="connsiteX2-345" fmla="*/ 598462 w 2111887"/>
              <a:gd name="connsiteY2-346" fmla="*/ 16220 h 4569170"/>
              <a:gd name="connsiteX3-347" fmla="*/ 693712 w 2111887"/>
              <a:gd name="connsiteY3-348" fmla="*/ 118613 h 4569170"/>
              <a:gd name="connsiteX4-349" fmla="*/ 1055662 w 2111887"/>
              <a:gd name="connsiteY4-350" fmla="*/ 125757 h 4569170"/>
              <a:gd name="connsiteX5-351" fmla="*/ 1453331 w 2111887"/>
              <a:gd name="connsiteY5-352" fmla="*/ 120995 h 4569170"/>
              <a:gd name="connsiteX6-353" fmla="*/ 1520006 w 2111887"/>
              <a:gd name="connsiteY6-354" fmla="*/ 13839 h 4569170"/>
              <a:gd name="connsiteX7-355" fmla="*/ 1888482 w 2111887"/>
              <a:gd name="connsiteY7-356" fmla="*/ 23364 h 4569170"/>
              <a:gd name="connsiteX8-357" fmla="*/ 2111887 w 2111887"/>
              <a:gd name="connsiteY8-358" fmla="*/ 272962 h 4569170"/>
              <a:gd name="connsiteX9-359" fmla="*/ 2111887 w 2111887"/>
              <a:gd name="connsiteY9-360" fmla="*/ 4321953 h 4569170"/>
              <a:gd name="connsiteX10-361" fmla="*/ 1864670 w 2111887"/>
              <a:gd name="connsiteY10-362" fmla="*/ 4569170 h 4569170"/>
              <a:gd name="connsiteX11-363" fmla="*/ 247217 w 2111887"/>
              <a:gd name="connsiteY11-364" fmla="*/ 4569170 h 4569170"/>
              <a:gd name="connsiteX12-365" fmla="*/ 0 w 2111887"/>
              <a:gd name="connsiteY12-366" fmla="*/ 4321953 h 4569170"/>
              <a:gd name="connsiteX13-367" fmla="*/ 0 w 2111887"/>
              <a:gd name="connsiteY13-368" fmla="*/ 272962 h 4569170"/>
              <a:gd name="connsiteX0-369" fmla="*/ 0 w 2111887"/>
              <a:gd name="connsiteY0-370" fmla="*/ 272962 h 4569170"/>
              <a:gd name="connsiteX1-371" fmla="*/ 247217 w 2111887"/>
              <a:gd name="connsiteY1-372" fmla="*/ 16220 h 4569170"/>
              <a:gd name="connsiteX2-373" fmla="*/ 598462 w 2111887"/>
              <a:gd name="connsiteY2-374" fmla="*/ 16220 h 4569170"/>
              <a:gd name="connsiteX3-375" fmla="*/ 693712 w 2111887"/>
              <a:gd name="connsiteY3-376" fmla="*/ 118613 h 4569170"/>
              <a:gd name="connsiteX4-377" fmla="*/ 1055662 w 2111887"/>
              <a:gd name="connsiteY4-378" fmla="*/ 125757 h 4569170"/>
              <a:gd name="connsiteX5-379" fmla="*/ 1453331 w 2111887"/>
              <a:gd name="connsiteY5-380" fmla="*/ 120995 h 4569170"/>
              <a:gd name="connsiteX6-381" fmla="*/ 1520006 w 2111887"/>
              <a:gd name="connsiteY6-382" fmla="*/ 13839 h 4569170"/>
              <a:gd name="connsiteX7-383" fmla="*/ 1888482 w 2111887"/>
              <a:gd name="connsiteY7-384" fmla="*/ 23364 h 4569170"/>
              <a:gd name="connsiteX8-385" fmla="*/ 2111887 w 2111887"/>
              <a:gd name="connsiteY8-386" fmla="*/ 272962 h 4569170"/>
              <a:gd name="connsiteX9-387" fmla="*/ 2111887 w 2111887"/>
              <a:gd name="connsiteY9-388" fmla="*/ 4321953 h 4569170"/>
              <a:gd name="connsiteX10-389" fmla="*/ 1864670 w 2111887"/>
              <a:gd name="connsiteY10-390" fmla="*/ 4569170 h 4569170"/>
              <a:gd name="connsiteX11-391" fmla="*/ 247217 w 2111887"/>
              <a:gd name="connsiteY11-392" fmla="*/ 4569170 h 4569170"/>
              <a:gd name="connsiteX12-393" fmla="*/ 0 w 2111887"/>
              <a:gd name="connsiteY12-394" fmla="*/ 4321953 h 4569170"/>
              <a:gd name="connsiteX13-395" fmla="*/ 0 w 2111887"/>
              <a:gd name="connsiteY13-396" fmla="*/ 272962 h 4569170"/>
              <a:gd name="connsiteX0-397" fmla="*/ 0 w 2111887"/>
              <a:gd name="connsiteY0-398" fmla="*/ 273465 h 4569673"/>
              <a:gd name="connsiteX1-399" fmla="*/ 247217 w 2111887"/>
              <a:gd name="connsiteY1-400" fmla="*/ 16723 h 4569673"/>
              <a:gd name="connsiteX2-401" fmla="*/ 579412 w 2111887"/>
              <a:gd name="connsiteY2-402" fmla="*/ 9580 h 4569673"/>
              <a:gd name="connsiteX3-403" fmla="*/ 693712 w 2111887"/>
              <a:gd name="connsiteY3-404" fmla="*/ 119116 h 4569673"/>
              <a:gd name="connsiteX4-405" fmla="*/ 1055662 w 2111887"/>
              <a:gd name="connsiteY4-406" fmla="*/ 126260 h 4569673"/>
              <a:gd name="connsiteX5-407" fmla="*/ 1453331 w 2111887"/>
              <a:gd name="connsiteY5-408" fmla="*/ 121498 h 4569673"/>
              <a:gd name="connsiteX6-409" fmla="*/ 1520006 w 2111887"/>
              <a:gd name="connsiteY6-410" fmla="*/ 14342 h 4569673"/>
              <a:gd name="connsiteX7-411" fmla="*/ 1888482 w 2111887"/>
              <a:gd name="connsiteY7-412" fmla="*/ 23867 h 4569673"/>
              <a:gd name="connsiteX8-413" fmla="*/ 2111887 w 2111887"/>
              <a:gd name="connsiteY8-414" fmla="*/ 273465 h 4569673"/>
              <a:gd name="connsiteX9-415" fmla="*/ 2111887 w 2111887"/>
              <a:gd name="connsiteY9-416" fmla="*/ 4322456 h 4569673"/>
              <a:gd name="connsiteX10-417" fmla="*/ 1864670 w 2111887"/>
              <a:gd name="connsiteY10-418" fmla="*/ 4569673 h 4569673"/>
              <a:gd name="connsiteX11-419" fmla="*/ 247217 w 2111887"/>
              <a:gd name="connsiteY11-420" fmla="*/ 4569673 h 4569673"/>
              <a:gd name="connsiteX12-421" fmla="*/ 0 w 2111887"/>
              <a:gd name="connsiteY12-422" fmla="*/ 4322456 h 4569673"/>
              <a:gd name="connsiteX13-423" fmla="*/ 0 w 2111887"/>
              <a:gd name="connsiteY13-424" fmla="*/ 273465 h 4569673"/>
              <a:gd name="connsiteX0-425" fmla="*/ 0 w 2111887"/>
              <a:gd name="connsiteY0-426" fmla="*/ 274360 h 4570568"/>
              <a:gd name="connsiteX1-427" fmla="*/ 235311 w 2111887"/>
              <a:gd name="connsiteY1-428" fmla="*/ 15237 h 4570568"/>
              <a:gd name="connsiteX2-429" fmla="*/ 579412 w 2111887"/>
              <a:gd name="connsiteY2-430" fmla="*/ 10475 h 4570568"/>
              <a:gd name="connsiteX3-431" fmla="*/ 693712 w 2111887"/>
              <a:gd name="connsiteY3-432" fmla="*/ 120011 h 4570568"/>
              <a:gd name="connsiteX4-433" fmla="*/ 1055662 w 2111887"/>
              <a:gd name="connsiteY4-434" fmla="*/ 127155 h 4570568"/>
              <a:gd name="connsiteX5-435" fmla="*/ 1453331 w 2111887"/>
              <a:gd name="connsiteY5-436" fmla="*/ 122393 h 4570568"/>
              <a:gd name="connsiteX6-437" fmla="*/ 1520006 w 2111887"/>
              <a:gd name="connsiteY6-438" fmla="*/ 15237 h 4570568"/>
              <a:gd name="connsiteX7-439" fmla="*/ 1888482 w 2111887"/>
              <a:gd name="connsiteY7-440" fmla="*/ 24762 h 4570568"/>
              <a:gd name="connsiteX8-441" fmla="*/ 2111887 w 2111887"/>
              <a:gd name="connsiteY8-442" fmla="*/ 274360 h 4570568"/>
              <a:gd name="connsiteX9-443" fmla="*/ 2111887 w 2111887"/>
              <a:gd name="connsiteY9-444" fmla="*/ 4323351 h 4570568"/>
              <a:gd name="connsiteX10-445" fmla="*/ 1864670 w 2111887"/>
              <a:gd name="connsiteY10-446" fmla="*/ 4570568 h 4570568"/>
              <a:gd name="connsiteX11-447" fmla="*/ 247217 w 2111887"/>
              <a:gd name="connsiteY11-448" fmla="*/ 4570568 h 4570568"/>
              <a:gd name="connsiteX12-449" fmla="*/ 0 w 2111887"/>
              <a:gd name="connsiteY12-450" fmla="*/ 4323351 h 4570568"/>
              <a:gd name="connsiteX13-451" fmla="*/ 0 w 2111887"/>
              <a:gd name="connsiteY13-452" fmla="*/ 274360 h 4570568"/>
              <a:gd name="connsiteX0-453" fmla="*/ 0 w 2111887"/>
              <a:gd name="connsiteY0-454" fmla="*/ 274360 h 4570568"/>
              <a:gd name="connsiteX1-455" fmla="*/ 235311 w 2111887"/>
              <a:gd name="connsiteY1-456" fmla="*/ 15237 h 4570568"/>
              <a:gd name="connsiteX2-457" fmla="*/ 579412 w 2111887"/>
              <a:gd name="connsiteY2-458" fmla="*/ 10475 h 4570568"/>
              <a:gd name="connsiteX3-459" fmla="*/ 693712 w 2111887"/>
              <a:gd name="connsiteY3-460" fmla="*/ 120011 h 4570568"/>
              <a:gd name="connsiteX4-461" fmla="*/ 1055662 w 2111887"/>
              <a:gd name="connsiteY4-462" fmla="*/ 127155 h 4570568"/>
              <a:gd name="connsiteX5-463" fmla="*/ 1453331 w 2111887"/>
              <a:gd name="connsiteY5-464" fmla="*/ 122393 h 4570568"/>
              <a:gd name="connsiteX6-465" fmla="*/ 1520006 w 2111887"/>
              <a:gd name="connsiteY6-466" fmla="*/ 15237 h 4570568"/>
              <a:gd name="connsiteX7-467" fmla="*/ 1888482 w 2111887"/>
              <a:gd name="connsiteY7-468" fmla="*/ 24762 h 4570568"/>
              <a:gd name="connsiteX8-469" fmla="*/ 2111887 w 2111887"/>
              <a:gd name="connsiteY8-470" fmla="*/ 274360 h 4570568"/>
              <a:gd name="connsiteX9-471" fmla="*/ 2111887 w 2111887"/>
              <a:gd name="connsiteY9-472" fmla="*/ 4323351 h 4570568"/>
              <a:gd name="connsiteX10-473" fmla="*/ 1864670 w 2111887"/>
              <a:gd name="connsiteY10-474" fmla="*/ 4570568 h 4570568"/>
              <a:gd name="connsiteX11-475" fmla="*/ 247217 w 2111887"/>
              <a:gd name="connsiteY11-476" fmla="*/ 4570568 h 4570568"/>
              <a:gd name="connsiteX12-477" fmla="*/ 0 w 2111887"/>
              <a:gd name="connsiteY12-478" fmla="*/ 4323351 h 4570568"/>
              <a:gd name="connsiteX13-479" fmla="*/ 0 w 2111887"/>
              <a:gd name="connsiteY13-480" fmla="*/ 274360 h 4570568"/>
              <a:gd name="connsiteX0-481" fmla="*/ 0 w 2111887"/>
              <a:gd name="connsiteY0-482" fmla="*/ 274360 h 4570568"/>
              <a:gd name="connsiteX1-483" fmla="*/ 235311 w 2111887"/>
              <a:gd name="connsiteY1-484" fmla="*/ 15237 h 4570568"/>
              <a:gd name="connsiteX2-485" fmla="*/ 579412 w 2111887"/>
              <a:gd name="connsiteY2-486" fmla="*/ 10475 h 4570568"/>
              <a:gd name="connsiteX3-487" fmla="*/ 693712 w 2111887"/>
              <a:gd name="connsiteY3-488" fmla="*/ 120011 h 4570568"/>
              <a:gd name="connsiteX4-489" fmla="*/ 1055662 w 2111887"/>
              <a:gd name="connsiteY4-490" fmla="*/ 127155 h 4570568"/>
              <a:gd name="connsiteX5-491" fmla="*/ 1453331 w 2111887"/>
              <a:gd name="connsiteY5-492" fmla="*/ 122393 h 4570568"/>
              <a:gd name="connsiteX6-493" fmla="*/ 1520006 w 2111887"/>
              <a:gd name="connsiteY6-494" fmla="*/ 15237 h 4570568"/>
              <a:gd name="connsiteX7-495" fmla="*/ 1888482 w 2111887"/>
              <a:gd name="connsiteY7-496" fmla="*/ 24762 h 4570568"/>
              <a:gd name="connsiteX8-497" fmla="*/ 2111887 w 2111887"/>
              <a:gd name="connsiteY8-498" fmla="*/ 274360 h 4570568"/>
              <a:gd name="connsiteX9-499" fmla="*/ 2111887 w 2111887"/>
              <a:gd name="connsiteY9-500" fmla="*/ 4323351 h 4570568"/>
              <a:gd name="connsiteX10-501" fmla="*/ 1864670 w 2111887"/>
              <a:gd name="connsiteY10-502" fmla="*/ 4570568 h 4570568"/>
              <a:gd name="connsiteX11-503" fmla="*/ 247217 w 2111887"/>
              <a:gd name="connsiteY11-504" fmla="*/ 4570568 h 4570568"/>
              <a:gd name="connsiteX12-505" fmla="*/ 0 w 2111887"/>
              <a:gd name="connsiteY12-506" fmla="*/ 4323351 h 4570568"/>
              <a:gd name="connsiteX13-507" fmla="*/ 0 w 2111887"/>
              <a:gd name="connsiteY13-508" fmla="*/ 274360 h 4570568"/>
              <a:gd name="connsiteX0-509" fmla="*/ 0 w 2111887"/>
              <a:gd name="connsiteY0-510" fmla="*/ 274360 h 4570568"/>
              <a:gd name="connsiteX1-511" fmla="*/ 235311 w 2111887"/>
              <a:gd name="connsiteY1-512" fmla="*/ 15237 h 4570568"/>
              <a:gd name="connsiteX2-513" fmla="*/ 579412 w 2111887"/>
              <a:gd name="connsiteY2-514" fmla="*/ 10475 h 4570568"/>
              <a:gd name="connsiteX3-515" fmla="*/ 698474 w 2111887"/>
              <a:gd name="connsiteY3-516" fmla="*/ 122393 h 4570568"/>
              <a:gd name="connsiteX4-517" fmla="*/ 1055662 w 2111887"/>
              <a:gd name="connsiteY4-518" fmla="*/ 127155 h 4570568"/>
              <a:gd name="connsiteX5-519" fmla="*/ 1453331 w 2111887"/>
              <a:gd name="connsiteY5-520" fmla="*/ 122393 h 4570568"/>
              <a:gd name="connsiteX6-521" fmla="*/ 1520006 w 2111887"/>
              <a:gd name="connsiteY6-522" fmla="*/ 15237 h 4570568"/>
              <a:gd name="connsiteX7-523" fmla="*/ 1888482 w 2111887"/>
              <a:gd name="connsiteY7-524" fmla="*/ 24762 h 4570568"/>
              <a:gd name="connsiteX8-525" fmla="*/ 2111887 w 2111887"/>
              <a:gd name="connsiteY8-526" fmla="*/ 274360 h 4570568"/>
              <a:gd name="connsiteX9-527" fmla="*/ 2111887 w 2111887"/>
              <a:gd name="connsiteY9-528" fmla="*/ 4323351 h 4570568"/>
              <a:gd name="connsiteX10-529" fmla="*/ 1864670 w 2111887"/>
              <a:gd name="connsiteY10-530" fmla="*/ 4570568 h 4570568"/>
              <a:gd name="connsiteX11-531" fmla="*/ 247217 w 2111887"/>
              <a:gd name="connsiteY11-532" fmla="*/ 4570568 h 4570568"/>
              <a:gd name="connsiteX12-533" fmla="*/ 0 w 2111887"/>
              <a:gd name="connsiteY12-534" fmla="*/ 4323351 h 4570568"/>
              <a:gd name="connsiteX13-535" fmla="*/ 0 w 2111887"/>
              <a:gd name="connsiteY13-536" fmla="*/ 274360 h 4570568"/>
              <a:gd name="connsiteX0-537" fmla="*/ 0 w 2111887"/>
              <a:gd name="connsiteY0-538" fmla="*/ 274360 h 4570568"/>
              <a:gd name="connsiteX1-539" fmla="*/ 235311 w 2111887"/>
              <a:gd name="connsiteY1-540" fmla="*/ 15237 h 4570568"/>
              <a:gd name="connsiteX2-541" fmla="*/ 579412 w 2111887"/>
              <a:gd name="connsiteY2-542" fmla="*/ 10475 h 4570568"/>
              <a:gd name="connsiteX3-543" fmla="*/ 698474 w 2111887"/>
              <a:gd name="connsiteY3-544" fmla="*/ 122393 h 4570568"/>
              <a:gd name="connsiteX4-545" fmla="*/ 1055662 w 2111887"/>
              <a:gd name="connsiteY4-546" fmla="*/ 127155 h 4570568"/>
              <a:gd name="connsiteX5-547" fmla="*/ 1427138 w 2111887"/>
              <a:gd name="connsiteY5-548" fmla="*/ 124774 h 4570568"/>
              <a:gd name="connsiteX6-549" fmla="*/ 1520006 w 2111887"/>
              <a:gd name="connsiteY6-550" fmla="*/ 15237 h 4570568"/>
              <a:gd name="connsiteX7-551" fmla="*/ 1888482 w 2111887"/>
              <a:gd name="connsiteY7-552" fmla="*/ 24762 h 4570568"/>
              <a:gd name="connsiteX8-553" fmla="*/ 2111887 w 2111887"/>
              <a:gd name="connsiteY8-554" fmla="*/ 274360 h 4570568"/>
              <a:gd name="connsiteX9-555" fmla="*/ 2111887 w 2111887"/>
              <a:gd name="connsiteY9-556" fmla="*/ 4323351 h 4570568"/>
              <a:gd name="connsiteX10-557" fmla="*/ 1864670 w 2111887"/>
              <a:gd name="connsiteY10-558" fmla="*/ 4570568 h 4570568"/>
              <a:gd name="connsiteX11-559" fmla="*/ 247217 w 2111887"/>
              <a:gd name="connsiteY11-560" fmla="*/ 4570568 h 4570568"/>
              <a:gd name="connsiteX12-561" fmla="*/ 0 w 2111887"/>
              <a:gd name="connsiteY12-562" fmla="*/ 4323351 h 4570568"/>
              <a:gd name="connsiteX13-563" fmla="*/ 0 w 2111887"/>
              <a:gd name="connsiteY13-564" fmla="*/ 274360 h 4570568"/>
              <a:gd name="connsiteX0-565" fmla="*/ 0 w 2111887"/>
              <a:gd name="connsiteY0-566" fmla="*/ 275652 h 4571860"/>
              <a:gd name="connsiteX1-567" fmla="*/ 235311 w 2111887"/>
              <a:gd name="connsiteY1-568" fmla="*/ 16529 h 4571860"/>
              <a:gd name="connsiteX2-569" fmla="*/ 579412 w 2111887"/>
              <a:gd name="connsiteY2-570" fmla="*/ 11767 h 4571860"/>
              <a:gd name="connsiteX3-571" fmla="*/ 698474 w 2111887"/>
              <a:gd name="connsiteY3-572" fmla="*/ 123685 h 4571860"/>
              <a:gd name="connsiteX4-573" fmla="*/ 1055662 w 2111887"/>
              <a:gd name="connsiteY4-574" fmla="*/ 128447 h 4571860"/>
              <a:gd name="connsiteX5-575" fmla="*/ 1427138 w 2111887"/>
              <a:gd name="connsiteY5-576" fmla="*/ 126066 h 4571860"/>
              <a:gd name="connsiteX6-577" fmla="*/ 1520006 w 2111887"/>
              <a:gd name="connsiteY6-578" fmla="*/ 11766 h 4571860"/>
              <a:gd name="connsiteX7-579" fmla="*/ 1888482 w 2111887"/>
              <a:gd name="connsiteY7-580" fmla="*/ 26054 h 4571860"/>
              <a:gd name="connsiteX8-581" fmla="*/ 2111887 w 2111887"/>
              <a:gd name="connsiteY8-582" fmla="*/ 275652 h 4571860"/>
              <a:gd name="connsiteX9-583" fmla="*/ 2111887 w 2111887"/>
              <a:gd name="connsiteY9-584" fmla="*/ 4324643 h 4571860"/>
              <a:gd name="connsiteX10-585" fmla="*/ 1864670 w 2111887"/>
              <a:gd name="connsiteY10-586" fmla="*/ 4571860 h 4571860"/>
              <a:gd name="connsiteX11-587" fmla="*/ 247217 w 2111887"/>
              <a:gd name="connsiteY11-588" fmla="*/ 4571860 h 4571860"/>
              <a:gd name="connsiteX12-589" fmla="*/ 0 w 2111887"/>
              <a:gd name="connsiteY12-590" fmla="*/ 4324643 h 4571860"/>
              <a:gd name="connsiteX13-591" fmla="*/ 0 w 2111887"/>
              <a:gd name="connsiteY13-592" fmla="*/ 275652 h 4571860"/>
              <a:gd name="connsiteX0-593" fmla="*/ 0 w 2111887"/>
              <a:gd name="connsiteY0-594" fmla="*/ 277724 h 4573932"/>
              <a:gd name="connsiteX1-595" fmla="*/ 235311 w 2111887"/>
              <a:gd name="connsiteY1-596" fmla="*/ 18601 h 4573932"/>
              <a:gd name="connsiteX2-597" fmla="*/ 579412 w 2111887"/>
              <a:gd name="connsiteY2-598" fmla="*/ 13839 h 4573932"/>
              <a:gd name="connsiteX3-599" fmla="*/ 698474 w 2111887"/>
              <a:gd name="connsiteY3-600" fmla="*/ 125757 h 4573932"/>
              <a:gd name="connsiteX4-601" fmla="*/ 1055662 w 2111887"/>
              <a:gd name="connsiteY4-602" fmla="*/ 130519 h 4573932"/>
              <a:gd name="connsiteX5-603" fmla="*/ 1427138 w 2111887"/>
              <a:gd name="connsiteY5-604" fmla="*/ 128138 h 4573932"/>
              <a:gd name="connsiteX6-605" fmla="*/ 1520006 w 2111887"/>
              <a:gd name="connsiteY6-606" fmla="*/ 13838 h 4573932"/>
              <a:gd name="connsiteX7-607" fmla="*/ 1895626 w 2111887"/>
              <a:gd name="connsiteY7-608" fmla="*/ 23364 h 4573932"/>
              <a:gd name="connsiteX8-609" fmla="*/ 2111887 w 2111887"/>
              <a:gd name="connsiteY8-610" fmla="*/ 277724 h 4573932"/>
              <a:gd name="connsiteX9-611" fmla="*/ 2111887 w 2111887"/>
              <a:gd name="connsiteY9-612" fmla="*/ 4326715 h 4573932"/>
              <a:gd name="connsiteX10-613" fmla="*/ 1864670 w 2111887"/>
              <a:gd name="connsiteY10-614" fmla="*/ 4573932 h 4573932"/>
              <a:gd name="connsiteX11-615" fmla="*/ 247217 w 2111887"/>
              <a:gd name="connsiteY11-616" fmla="*/ 4573932 h 4573932"/>
              <a:gd name="connsiteX12-617" fmla="*/ 0 w 2111887"/>
              <a:gd name="connsiteY12-618" fmla="*/ 4326715 h 4573932"/>
              <a:gd name="connsiteX13-619" fmla="*/ 0 w 2111887"/>
              <a:gd name="connsiteY13-620" fmla="*/ 277724 h 4573932"/>
              <a:gd name="connsiteX0-621" fmla="*/ 0 w 2111887"/>
              <a:gd name="connsiteY0-622" fmla="*/ 277724 h 4573932"/>
              <a:gd name="connsiteX1-623" fmla="*/ 235311 w 2111887"/>
              <a:gd name="connsiteY1-624" fmla="*/ 18601 h 4573932"/>
              <a:gd name="connsiteX2-625" fmla="*/ 579412 w 2111887"/>
              <a:gd name="connsiteY2-626" fmla="*/ 13839 h 4573932"/>
              <a:gd name="connsiteX3-627" fmla="*/ 762768 w 2111887"/>
              <a:gd name="connsiteY3-628" fmla="*/ 28126 h 4573932"/>
              <a:gd name="connsiteX4-629" fmla="*/ 1055662 w 2111887"/>
              <a:gd name="connsiteY4-630" fmla="*/ 130519 h 4573932"/>
              <a:gd name="connsiteX5-631" fmla="*/ 1427138 w 2111887"/>
              <a:gd name="connsiteY5-632" fmla="*/ 128138 h 4573932"/>
              <a:gd name="connsiteX6-633" fmla="*/ 1520006 w 2111887"/>
              <a:gd name="connsiteY6-634" fmla="*/ 13838 h 4573932"/>
              <a:gd name="connsiteX7-635" fmla="*/ 1895626 w 2111887"/>
              <a:gd name="connsiteY7-636" fmla="*/ 23364 h 4573932"/>
              <a:gd name="connsiteX8-637" fmla="*/ 2111887 w 2111887"/>
              <a:gd name="connsiteY8-638" fmla="*/ 277724 h 4573932"/>
              <a:gd name="connsiteX9-639" fmla="*/ 2111887 w 2111887"/>
              <a:gd name="connsiteY9-640" fmla="*/ 4326715 h 4573932"/>
              <a:gd name="connsiteX10-641" fmla="*/ 1864670 w 2111887"/>
              <a:gd name="connsiteY10-642" fmla="*/ 4573932 h 4573932"/>
              <a:gd name="connsiteX11-643" fmla="*/ 247217 w 2111887"/>
              <a:gd name="connsiteY11-644" fmla="*/ 4573932 h 4573932"/>
              <a:gd name="connsiteX12-645" fmla="*/ 0 w 2111887"/>
              <a:gd name="connsiteY12-646" fmla="*/ 4326715 h 4573932"/>
              <a:gd name="connsiteX13-647" fmla="*/ 0 w 2111887"/>
              <a:gd name="connsiteY13-648" fmla="*/ 277724 h 4573932"/>
              <a:gd name="connsiteX0-649" fmla="*/ 0 w 2111887"/>
              <a:gd name="connsiteY0-650" fmla="*/ 271997 h 4568205"/>
              <a:gd name="connsiteX1-651" fmla="*/ 235311 w 2111887"/>
              <a:gd name="connsiteY1-652" fmla="*/ 12874 h 4568205"/>
              <a:gd name="connsiteX2-653" fmla="*/ 579412 w 2111887"/>
              <a:gd name="connsiteY2-654" fmla="*/ 8112 h 4568205"/>
              <a:gd name="connsiteX3-655" fmla="*/ 762768 w 2111887"/>
              <a:gd name="connsiteY3-656" fmla="*/ 22399 h 4568205"/>
              <a:gd name="connsiteX4-657" fmla="*/ 1055662 w 2111887"/>
              <a:gd name="connsiteY4-658" fmla="*/ 124792 h 4568205"/>
              <a:gd name="connsiteX5-659" fmla="*/ 1272357 w 2111887"/>
              <a:gd name="connsiteY5-660" fmla="*/ 22398 h 4568205"/>
              <a:gd name="connsiteX6-661" fmla="*/ 1520006 w 2111887"/>
              <a:gd name="connsiteY6-662" fmla="*/ 8111 h 4568205"/>
              <a:gd name="connsiteX7-663" fmla="*/ 1895626 w 2111887"/>
              <a:gd name="connsiteY7-664" fmla="*/ 17637 h 4568205"/>
              <a:gd name="connsiteX8-665" fmla="*/ 2111887 w 2111887"/>
              <a:gd name="connsiteY8-666" fmla="*/ 271997 h 4568205"/>
              <a:gd name="connsiteX9-667" fmla="*/ 2111887 w 2111887"/>
              <a:gd name="connsiteY9-668" fmla="*/ 4320988 h 4568205"/>
              <a:gd name="connsiteX10-669" fmla="*/ 1864670 w 2111887"/>
              <a:gd name="connsiteY10-670" fmla="*/ 4568205 h 4568205"/>
              <a:gd name="connsiteX11-671" fmla="*/ 247217 w 2111887"/>
              <a:gd name="connsiteY11-672" fmla="*/ 4568205 h 4568205"/>
              <a:gd name="connsiteX12-673" fmla="*/ 0 w 2111887"/>
              <a:gd name="connsiteY12-674" fmla="*/ 4320988 h 4568205"/>
              <a:gd name="connsiteX13-675" fmla="*/ 0 w 2111887"/>
              <a:gd name="connsiteY13-676" fmla="*/ 271997 h 4568205"/>
              <a:gd name="connsiteX0-677" fmla="*/ 0 w 2111887"/>
              <a:gd name="connsiteY0-678" fmla="*/ 271997 h 4568205"/>
              <a:gd name="connsiteX1-679" fmla="*/ 235311 w 2111887"/>
              <a:gd name="connsiteY1-680" fmla="*/ 12874 h 4568205"/>
              <a:gd name="connsiteX2-681" fmla="*/ 579412 w 2111887"/>
              <a:gd name="connsiteY2-682" fmla="*/ 8112 h 4568205"/>
              <a:gd name="connsiteX3-683" fmla="*/ 762768 w 2111887"/>
              <a:gd name="connsiteY3-684" fmla="*/ 22399 h 4568205"/>
              <a:gd name="connsiteX4-685" fmla="*/ 1046137 w 2111887"/>
              <a:gd name="connsiteY4-686" fmla="*/ 15255 h 4568205"/>
              <a:gd name="connsiteX5-687" fmla="*/ 1272357 w 2111887"/>
              <a:gd name="connsiteY5-688" fmla="*/ 22398 h 4568205"/>
              <a:gd name="connsiteX6-689" fmla="*/ 1520006 w 2111887"/>
              <a:gd name="connsiteY6-690" fmla="*/ 8111 h 4568205"/>
              <a:gd name="connsiteX7-691" fmla="*/ 1895626 w 2111887"/>
              <a:gd name="connsiteY7-692" fmla="*/ 17637 h 4568205"/>
              <a:gd name="connsiteX8-693" fmla="*/ 2111887 w 2111887"/>
              <a:gd name="connsiteY8-694" fmla="*/ 271997 h 4568205"/>
              <a:gd name="connsiteX9-695" fmla="*/ 2111887 w 2111887"/>
              <a:gd name="connsiteY9-696" fmla="*/ 4320988 h 4568205"/>
              <a:gd name="connsiteX10-697" fmla="*/ 1864670 w 2111887"/>
              <a:gd name="connsiteY10-698" fmla="*/ 4568205 h 4568205"/>
              <a:gd name="connsiteX11-699" fmla="*/ 247217 w 2111887"/>
              <a:gd name="connsiteY11-700" fmla="*/ 4568205 h 4568205"/>
              <a:gd name="connsiteX12-701" fmla="*/ 0 w 2111887"/>
              <a:gd name="connsiteY12-702" fmla="*/ 4320988 h 4568205"/>
              <a:gd name="connsiteX13-703" fmla="*/ 0 w 2111887"/>
              <a:gd name="connsiteY13-704" fmla="*/ 271997 h 4568205"/>
              <a:gd name="connsiteX0-705" fmla="*/ 0 w 2111887"/>
              <a:gd name="connsiteY0-706" fmla="*/ 271997 h 4568205"/>
              <a:gd name="connsiteX1-707" fmla="*/ 235311 w 2111887"/>
              <a:gd name="connsiteY1-708" fmla="*/ 12874 h 4568205"/>
              <a:gd name="connsiteX2-709" fmla="*/ 579412 w 2111887"/>
              <a:gd name="connsiteY2-710" fmla="*/ 8112 h 4568205"/>
              <a:gd name="connsiteX3-711" fmla="*/ 762768 w 2111887"/>
              <a:gd name="connsiteY3-712" fmla="*/ 22399 h 4568205"/>
              <a:gd name="connsiteX4-713" fmla="*/ 1272357 w 2111887"/>
              <a:gd name="connsiteY4-714" fmla="*/ 22398 h 4568205"/>
              <a:gd name="connsiteX5-715" fmla="*/ 1520006 w 2111887"/>
              <a:gd name="connsiteY5-716" fmla="*/ 8111 h 4568205"/>
              <a:gd name="connsiteX6-717" fmla="*/ 1895626 w 2111887"/>
              <a:gd name="connsiteY6-718" fmla="*/ 17637 h 4568205"/>
              <a:gd name="connsiteX7-719" fmla="*/ 2111887 w 2111887"/>
              <a:gd name="connsiteY7-720" fmla="*/ 271997 h 4568205"/>
              <a:gd name="connsiteX8-721" fmla="*/ 2111887 w 2111887"/>
              <a:gd name="connsiteY8-722" fmla="*/ 4320988 h 4568205"/>
              <a:gd name="connsiteX9-723" fmla="*/ 1864670 w 2111887"/>
              <a:gd name="connsiteY9-724" fmla="*/ 4568205 h 4568205"/>
              <a:gd name="connsiteX10-725" fmla="*/ 247217 w 2111887"/>
              <a:gd name="connsiteY10-726" fmla="*/ 4568205 h 4568205"/>
              <a:gd name="connsiteX11-727" fmla="*/ 0 w 2111887"/>
              <a:gd name="connsiteY11-728" fmla="*/ 4320988 h 4568205"/>
              <a:gd name="connsiteX12-729" fmla="*/ 0 w 2111887"/>
              <a:gd name="connsiteY12-730" fmla="*/ 271997 h 4568205"/>
              <a:gd name="connsiteX0-731" fmla="*/ 0 w 2111887"/>
              <a:gd name="connsiteY0-732" fmla="*/ 275715 h 4571923"/>
              <a:gd name="connsiteX1-733" fmla="*/ 235311 w 2111887"/>
              <a:gd name="connsiteY1-734" fmla="*/ 16592 h 4571923"/>
              <a:gd name="connsiteX2-735" fmla="*/ 762768 w 2111887"/>
              <a:gd name="connsiteY2-736" fmla="*/ 26117 h 4571923"/>
              <a:gd name="connsiteX3-737" fmla="*/ 1272357 w 2111887"/>
              <a:gd name="connsiteY3-738" fmla="*/ 26116 h 4571923"/>
              <a:gd name="connsiteX4-739" fmla="*/ 1520006 w 2111887"/>
              <a:gd name="connsiteY4-740" fmla="*/ 11829 h 4571923"/>
              <a:gd name="connsiteX5-741" fmla="*/ 1895626 w 2111887"/>
              <a:gd name="connsiteY5-742" fmla="*/ 21355 h 4571923"/>
              <a:gd name="connsiteX6-743" fmla="*/ 2111887 w 2111887"/>
              <a:gd name="connsiteY6-744" fmla="*/ 275715 h 4571923"/>
              <a:gd name="connsiteX7-745" fmla="*/ 2111887 w 2111887"/>
              <a:gd name="connsiteY7-746" fmla="*/ 4324706 h 4571923"/>
              <a:gd name="connsiteX8-747" fmla="*/ 1864670 w 2111887"/>
              <a:gd name="connsiteY8-748" fmla="*/ 4571923 h 4571923"/>
              <a:gd name="connsiteX9-749" fmla="*/ 247217 w 2111887"/>
              <a:gd name="connsiteY9-750" fmla="*/ 4571923 h 4571923"/>
              <a:gd name="connsiteX10-751" fmla="*/ 0 w 2111887"/>
              <a:gd name="connsiteY10-752" fmla="*/ 4324706 h 4571923"/>
              <a:gd name="connsiteX11-753" fmla="*/ 0 w 2111887"/>
              <a:gd name="connsiteY11-754" fmla="*/ 275715 h 4571923"/>
              <a:gd name="connsiteX0-755" fmla="*/ 0 w 2111887"/>
              <a:gd name="connsiteY0-756" fmla="*/ 275289 h 4571497"/>
              <a:gd name="connsiteX1-757" fmla="*/ 235311 w 2111887"/>
              <a:gd name="connsiteY1-758" fmla="*/ 16166 h 4571497"/>
              <a:gd name="connsiteX2-759" fmla="*/ 1272357 w 2111887"/>
              <a:gd name="connsiteY2-760" fmla="*/ 25690 h 4571497"/>
              <a:gd name="connsiteX3-761" fmla="*/ 1520006 w 2111887"/>
              <a:gd name="connsiteY3-762" fmla="*/ 11403 h 4571497"/>
              <a:gd name="connsiteX4-763" fmla="*/ 1895626 w 2111887"/>
              <a:gd name="connsiteY4-764" fmla="*/ 20929 h 4571497"/>
              <a:gd name="connsiteX5-765" fmla="*/ 2111887 w 2111887"/>
              <a:gd name="connsiteY5-766" fmla="*/ 275289 h 4571497"/>
              <a:gd name="connsiteX6-767" fmla="*/ 2111887 w 2111887"/>
              <a:gd name="connsiteY6-768" fmla="*/ 4324280 h 4571497"/>
              <a:gd name="connsiteX7-769" fmla="*/ 1864670 w 2111887"/>
              <a:gd name="connsiteY7-770" fmla="*/ 4571497 h 4571497"/>
              <a:gd name="connsiteX8-771" fmla="*/ 247217 w 2111887"/>
              <a:gd name="connsiteY8-772" fmla="*/ 4571497 h 4571497"/>
              <a:gd name="connsiteX9-773" fmla="*/ 0 w 2111887"/>
              <a:gd name="connsiteY9-774" fmla="*/ 4324280 h 4571497"/>
              <a:gd name="connsiteX10-775" fmla="*/ 0 w 2111887"/>
              <a:gd name="connsiteY10-776" fmla="*/ 275289 h 4571497"/>
              <a:gd name="connsiteX0-777" fmla="*/ 0 w 2111887"/>
              <a:gd name="connsiteY0-778" fmla="*/ 280184 h 4576392"/>
              <a:gd name="connsiteX1-779" fmla="*/ 235311 w 2111887"/>
              <a:gd name="connsiteY1-780" fmla="*/ 21061 h 4576392"/>
              <a:gd name="connsiteX2-781" fmla="*/ 1520006 w 2111887"/>
              <a:gd name="connsiteY2-782" fmla="*/ 16298 h 4576392"/>
              <a:gd name="connsiteX3-783" fmla="*/ 1895626 w 2111887"/>
              <a:gd name="connsiteY3-784" fmla="*/ 25824 h 4576392"/>
              <a:gd name="connsiteX4-785" fmla="*/ 2111887 w 2111887"/>
              <a:gd name="connsiteY4-786" fmla="*/ 280184 h 4576392"/>
              <a:gd name="connsiteX5-787" fmla="*/ 2111887 w 2111887"/>
              <a:gd name="connsiteY5-788" fmla="*/ 4329175 h 4576392"/>
              <a:gd name="connsiteX6-789" fmla="*/ 1864670 w 2111887"/>
              <a:gd name="connsiteY6-790" fmla="*/ 4576392 h 4576392"/>
              <a:gd name="connsiteX7-791" fmla="*/ 247217 w 2111887"/>
              <a:gd name="connsiteY7-792" fmla="*/ 4576392 h 4576392"/>
              <a:gd name="connsiteX8-793" fmla="*/ 0 w 2111887"/>
              <a:gd name="connsiteY8-794" fmla="*/ 4329175 h 4576392"/>
              <a:gd name="connsiteX9-795" fmla="*/ 0 w 2111887"/>
              <a:gd name="connsiteY9-796" fmla="*/ 280184 h 4576392"/>
              <a:gd name="connsiteX0-797" fmla="*/ 0 w 2111887"/>
              <a:gd name="connsiteY0-798" fmla="*/ 288917 h 4585125"/>
              <a:gd name="connsiteX1-799" fmla="*/ 235311 w 2111887"/>
              <a:gd name="connsiteY1-800" fmla="*/ 29794 h 4585125"/>
              <a:gd name="connsiteX2-801" fmla="*/ 1895626 w 2111887"/>
              <a:gd name="connsiteY2-802" fmla="*/ 34557 h 4585125"/>
              <a:gd name="connsiteX3-803" fmla="*/ 2111887 w 2111887"/>
              <a:gd name="connsiteY3-804" fmla="*/ 288917 h 4585125"/>
              <a:gd name="connsiteX4-805" fmla="*/ 2111887 w 2111887"/>
              <a:gd name="connsiteY4-806" fmla="*/ 4337908 h 4585125"/>
              <a:gd name="connsiteX5-807" fmla="*/ 1864670 w 2111887"/>
              <a:gd name="connsiteY5-808" fmla="*/ 4585125 h 4585125"/>
              <a:gd name="connsiteX6-809" fmla="*/ 247217 w 2111887"/>
              <a:gd name="connsiteY6-810" fmla="*/ 4585125 h 4585125"/>
              <a:gd name="connsiteX7-811" fmla="*/ 0 w 2111887"/>
              <a:gd name="connsiteY7-812" fmla="*/ 4337908 h 4585125"/>
              <a:gd name="connsiteX8-813" fmla="*/ 0 w 2111887"/>
              <a:gd name="connsiteY8-814" fmla="*/ 288917 h 4585125"/>
              <a:gd name="connsiteX0-815" fmla="*/ 0 w 2111887"/>
              <a:gd name="connsiteY0-816" fmla="*/ 316063 h 4612271"/>
              <a:gd name="connsiteX1-817" fmla="*/ 235311 w 2111887"/>
              <a:gd name="connsiteY1-818" fmla="*/ 56940 h 4612271"/>
              <a:gd name="connsiteX2-819" fmla="*/ 1888483 w 2111887"/>
              <a:gd name="connsiteY2-820" fmla="*/ 18841 h 4612271"/>
              <a:gd name="connsiteX3-821" fmla="*/ 2111887 w 2111887"/>
              <a:gd name="connsiteY3-822" fmla="*/ 316063 h 4612271"/>
              <a:gd name="connsiteX4-823" fmla="*/ 2111887 w 2111887"/>
              <a:gd name="connsiteY4-824" fmla="*/ 4365054 h 4612271"/>
              <a:gd name="connsiteX5-825" fmla="*/ 1864670 w 2111887"/>
              <a:gd name="connsiteY5-826" fmla="*/ 4612271 h 4612271"/>
              <a:gd name="connsiteX6-827" fmla="*/ 247217 w 2111887"/>
              <a:gd name="connsiteY6-828" fmla="*/ 4612271 h 4612271"/>
              <a:gd name="connsiteX7-829" fmla="*/ 0 w 2111887"/>
              <a:gd name="connsiteY7-830" fmla="*/ 4365054 h 4612271"/>
              <a:gd name="connsiteX8-831" fmla="*/ 0 w 2111887"/>
              <a:gd name="connsiteY8-832" fmla="*/ 316063 h 4612271"/>
              <a:gd name="connsiteX0-833" fmla="*/ 0 w 2111887"/>
              <a:gd name="connsiteY0-834" fmla="*/ 327050 h 4623258"/>
              <a:gd name="connsiteX1-835" fmla="*/ 223404 w 2111887"/>
              <a:gd name="connsiteY1-836" fmla="*/ 34589 h 4623258"/>
              <a:gd name="connsiteX2-837" fmla="*/ 1888483 w 2111887"/>
              <a:gd name="connsiteY2-838" fmla="*/ 29828 h 4623258"/>
              <a:gd name="connsiteX3-839" fmla="*/ 2111887 w 2111887"/>
              <a:gd name="connsiteY3-840" fmla="*/ 327050 h 4623258"/>
              <a:gd name="connsiteX4-841" fmla="*/ 2111887 w 2111887"/>
              <a:gd name="connsiteY4-842" fmla="*/ 4376041 h 4623258"/>
              <a:gd name="connsiteX5-843" fmla="*/ 1864670 w 2111887"/>
              <a:gd name="connsiteY5-844" fmla="*/ 4623258 h 4623258"/>
              <a:gd name="connsiteX6-845" fmla="*/ 247217 w 2111887"/>
              <a:gd name="connsiteY6-846" fmla="*/ 4623258 h 4623258"/>
              <a:gd name="connsiteX7-847" fmla="*/ 0 w 2111887"/>
              <a:gd name="connsiteY7-848" fmla="*/ 4376041 h 4623258"/>
              <a:gd name="connsiteX8-849" fmla="*/ 0 w 2111887"/>
              <a:gd name="connsiteY8-850" fmla="*/ 327050 h 4623258"/>
              <a:gd name="connsiteX0-851" fmla="*/ 0 w 2111887"/>
              <a:gd name="connsiteY0-852" fmla="*/ 318359 h 4614567"/>
              <a:gd name="connsiteX1-853" fmla="*/ 223404 w 2111887"/>
              <a:gd name="connsiteY1-854" fmla="*/ 25898 h 4614567"/>
              <a:gd name="connsiteX2-855" fmla="*/ 1888483 w 2111887"/>
              <a:gd name="connsiteY2-856" fmla="*/ 21137 h 4614567"/>
              <a:gd name="connsiteX3-857" fmla="*/ 2111887 w 2111887"/>
              <a:gd name="connsiteY3-858" fmla="*/ 318359 h 4614567"/>
              <a:gd name="connsiteX4-859" fmla="*/ 2111887 w 2111887"/>
              <a:gd name="connsiteY4-860" fmla="*/ 4367350 h 4614567"/>
              <a:gd name="connsiteX5-861" fmla="*/ 1864670 w 2111887"/>
              <a:gd name="connsiteY5-862" fmla="*/ 4614567 h 4614567"/>
              <a:gd name="connsiteX6-863" fmla="*/ 247217 w 2111887"/>
              <a:gd name="connsiteY6-864" fmla="*/ 4614567 h 4614567"/>
              <a:gd name="connsiteX7-865" fmla="*/ 0 w 2111887"/>
              <a:gd name="connsiteY7-866" fmla="*/ 4367350 h 4614567"/>
              <a:gd name="connsiteX8-867" fmla="*/ 0 w 2111887"/>
              <a:gd name="connsiteY8-868" fmla="*/ 318359 h 4614567"/>
              <a:gd name="connsiteX0-869" fmla="*/ 0 w 2111887"/>
              <a:gd name="connsiteY0-870" fmla="*/ 308933 h 4605141"/>
              <a:gd name="connsiteX1-871" fmla="*/ 223404 w 2111887"/>
              <a:gd name="connsiteY1-872" fmla="*/ 16472 h 4605141"/>
              <a:gd name="connsiteX2-873" fmla="*/ 1888483 w 2111887"/>
              <a:gd name="connsiteY2-874" fmla="*/ 11711 h 4605141"/>
              <a:gd name="connsiteX3-875" fmla="*/ 2111887 w 2111887"/>
              <a:gd name="connsiteY3-876" fmla="*/ 308933 h 4605141"/>
              <a:gd name="connsiteX4-877" fmla="*/ 2111887 w 2111887"/>
              <a:gd name="connsiteY4-878" fmla="*/ 4357924 h 4605141"/>
              <a:gd name="connsiteX5-879" fmla="*/ 1864670 w 2111887"/>
              <a:gd name="connsiteY5-880" fmla="*/ 4605141 h 4605141"/>
              <a:gd name="connsiteX6-881" fmla="*/ 247217 w 2111887"/>
              <a:gd name="connsiteY6-882" fmla="*/ 4605141 h 4605141"/>
              <a:gd name="connsiteX7-883" fmla="*/ 0 w 2111887"/>
              <a:gd name="connsiteY7-884" fmla="*/ 4357924 h 4605141"/>
              <a:gd name="connsiteX8-885" fmla="*/ 0 w 2111887"/>
              <a:gd name="connsiteY8-886" fmla="*/ 308933 h 4605141"/>
              <a:gd name="connsiteX0-887" fmla="*/ 0 w 2111887"/>
              <a:gd name="connsiteY0-888" fmla="*/ 308933 h 4605141"/>
              <a:gd name="connsiteX1-889" fmla="*/ 223404 w 2111887"/>
              <a:gd name="connsiteY1-890" fmla="*/ 16472 h 4605141"/>
              <a:gd name="connsiteX2-891" fmla="*/ 1888483 w 2111887"/>
              <a:gd name="connsiteY2-892" fmla="*/ 11711 h 4605141"/>
              <a:gd name="connsiteX3-893" fmla="*/ 2111887 w 2111887"/>
              <a:gd name="connsiteY3-894" fmla="*/ 308933 h 4605141"/>
              <a:gd name="connsiteX4-895" fmla="*/ 2111887 w 2111887"/>
              <a:gd name="connsiteY4-896" fmla="*/ 4357924 h 4605141"/>
              <a:gd name="connsiteX5-897" fmla="*/ 1864670 w 2111887"/>
              <a:gd name="connsiteY5-898" fmla="*/ 4605141 h 4605141"/>
              <a:gd name="connsiteX6-899" fmla="*/ 247217 w 2111887"/>
              <a:gd name="connsiteY6-900" fmla="*/ 4605141 h 4605141"/>
              <a:gd name="connsiteX7-901" fmla="*/ 0 w 2111887"/>
              <a:gd name="connsiteY7-902" fmla="*/ 4357924 h 4605141"/>
              <a:gd name="connsiteX8-903" fmla="*/ 0 w 2111887"/>
              <a:gd name="connsiteY8-904" fmla="*/ 308933 h 4605141"/>
              <a:gd name="connsiteX0-905" fmla="*/ 0 w 2119031"/>
              <a:gd name="connsiteY0-906" fmla="*/ 292265 h 4605141"/>
              <a:gd name="connsiteX1-907" fmla="*/ 230548 w 2119031"/>
              <a:gd name="connsiteY1-908" fmla="*/ 16472 h 4605141"/>
              <a:gd name="connsiteX2-909" fmla="*/ 1895627 w 2119031"/>
              <a:gd name="connsiteY2-910" fmla="*/ 11711 h 4605141"/>
              <a:gd name="connsiteX3-911" fmla="*/ 2119031 w 2119031"/>
              <a:gd name="connsiteY3-912" fmla="*/ 308933 h 4605141"/>
              <a:gd name="connsiteX4-913" fmla="*/ 2119031 w 2119031"/>
              <a:gd name="connsiteY4-914" fmla="*/ 4357924 h 4605141"/>
              <a:gd name="connsiteX5-915" fmla="*/ 1871814 w 2119031"/>
              <a:gd name="connsiteY5-916" fmla="*/ 4605141 h 4605141"/>
              <a:gd name="connsiteX6-917" fmla="*/ 254361 w 2119031"/>
              <a:gd name="connsiteY6-918" fmla="*/ 4605141 h 4605141"/>
              <a:gd name="connsiteX7-919" fmla="*/ 7144 w 2119031"/>
              <a:gd name="connsiteY7-920" fmla="*/ 4357924 h 4605141"/>
              <a:gd name="connsiteX8-921" fmla="*/ 0 w 2119031"/>
              <a:gd name="connsiteY8-922" fmla="*/ 292265 h 4605141"/>
              <a:gd name="connsiteX0-923" fmla="*/ 0 w 2128556"/>
              <a:gd name="connsiteY0-924" fmla="*/ 292265 h 4605141"/>
              <a:gd name="connsiteX1-925" fmla="*/ 230548 w 2128556"/>
              <a:gd name="connsiteY1-926" fmla="*/ 16472 h 4605141"/>
              <a:gd name="connsiteX2-927" fmla="*/ 1895627 w 2128556"/>
              <a:gd name="connsiteY2-928" fmla="*/ 11711 h 4605141"/>
              <a:gd name="connsiteX3-929" fmla="*/ 2128556 w 2128556"/>
              <a:gd name="connsiteY3-930" fmla="*/ 297027 h 4605141"/>
              <a:gd name="connsiteX4-931" fmla="*/ 2119031 w 2128556"/>
              <a:gd name="connsiteY4-932" fmla="*/ 4357924 h 4605141"/>
              <a:gd name="connsiteX5-933" fmla="*/ 1871814 w 2128556"/>
              <a:gd name="connsiteY5-934" fmla="*/ 4605141 h 4605141"/>
              <a:gd name="connsiteX6-935" fmla="*/ 254361 w 2128556"/>
              <a:gd name="connsiteY6-936" fmla="*/ 4605141 h 4605141"/>
              <a:gd name="connsiteX7-937" fmla="*/ 7144 w 2128556"/>
              <a:gd name="connsiteY7-938" fmla="*/ 4357924 h 4605141"/>
              <a:gd name="connsiteX8-939" fmla="*/ 0 w 2128556"/>
              <a:gd name="connsiteY8-940" fmla="*/ 292265 h 4605141"/>
              <a:gd name="connsiteX0-941" fmla="*/ 0 w 2128556"/>
              <a:gd name="connsiteY0-942" fmla="*/ 292265 h 4605141"/>
              <a:gd name="connsiteX1-943" fmla="*/ 230548 w 2128556"/>
              <a:gd name="connsiteY1-944" fmla="*/ 16472 h 4605141"/>
              <a:gd name="connsiteX2-945" fmla="*/ 1895627 w 2128556"/>
              <a:gd name="connsiteY2-946" fmla="*/ 11711 h 4605141"/>
              <a:gd name="connsiteX3-947" fmla="*/ 2128556 w 2128556"/>
              <a:gd name="connsiteY3-948" fmla="*/ 297027 h 4605141"/>
              <a:gd name="connsiteX4-949" fmla="*/ 2128556 w 2128556"/>
              <a:gd name="connsiteY4-950" fmla="*/ 4360305 h 4605141"/>
              <a:gd name="connsiteX5-951" fmla="*/ 1871814 w 2128556"/>
              <a:gd name="connsiteY5-952" fmla="*/ 4605141 h 4605141"/>
              <a:gd name="connsiteX6-953" fmla="*/ 254361 w 2128556"/>
              <a:gd name="connsiteY6-954" fmla="*/ 4605141 h 4605141"/>
              <a:gd name="connsiteX7-955" fmla="*/ 7144 w 2128556"/>
              <a:gd name="connsiteY7-956" fmla="*/ 4357924 h 4605141"/>
              <a:gd name="connsiteX8-957" fmla="*/ 0 w 2128556"/>
              <a:gd name="connsiteY8-958" fmla="*/ 292265 h 4605141"/>
              <a:gd name="connsiteX0-959" fmla="*/ 0 w 2128556"/>
              <a:gd name="connsiteY0-960" fmla="*/ 292265 h 4626572"/>
              <a:gd name="connsiteX1-961" fmla="*/ 230548 w 2128556"/>
              <a:gd name="connsiteY1-962" fmla="*/ 16472 h 4626572"/>
              <a:gd name="connsiteX2-963" fmla="*/ 1895627 w 2128556"/>
              <a:gd name="connsiteY2-964" fmla="*/ 11711 h 4626572"/>
              <a:gd name="connsiteX3-965" fmla="*/ 2128556 w 2128556"/>
              <a:gd name="connsiteY3-966" fmla="*/ 297027 h 4626572"/>
              <a:gd name="connsiteX4-967" fmla="*/ 2128556 w 2128556"/>
              <a:gd name="connsiteY4-968" fmla="*/ 4360305 h 4626572"/>
              <a:gd name="connsiteX5-969" fmla="*/ 1867051 w 2128556"/>
              <a:gd name="connsiteY5-970" fmla="*/ 4626572 h 4626572"/>
              <a:gd name="connsiteX6-971" fmla="*/ 254361 w 2128556"/>
              <a:gd name="connsiteY6-972" fmla="*/ 4605141 h 4626572"/>
              <a:gd name="connsiteX7-973" fmla="*/ 7144 w 2128556"/>
              <a:gd name="connsiteY7-974" fmla="*/ 4357924 h 4626572"/>
              <a:gd name="connsiteX8-975" fmla="*/ 0 w 2128556"/>
              <a:gd name="connsiteY8-976" fmla="*/ 292265 h 4626572"/>
              <a:gd name="connsiteX0-977" fmla="*/ 0 w 2128556"/>
              <a:gd name="connsiteY0-978" fmla="*/ 292265 h 4626572"/>
              <a:gd name="connsiteX1-979" fmla="*/ 230548 w 2128556"/>
              <a:gd name="connsiteY1-980" fmla="*/ 16472 h 4626572"/>
              <a:gd name="connsiteX2-981" fmla="*/ 1895627 w 2128556"/>
              <a:gd name="connsiteY2-982" fmla="*/ 11711 h 4626572"/>
              <a:gd name="connsiteX3-983" fmla="*/ 2128556 w 2128556"/>
              <a:gd name="connsiteY3-984" fmla="*/ 297027 h 4626572"/>
              <a:gd name="connsiteX4-985" fmla="*/ 2128556 w 2128556"/>
              <a:gd name="connsiteY4-986" fmla="*/ 4360305 h 4626572"/>
              <a:gd name="connsiteX5-987" fmla="*/ 1867051 w 2128556"/>
              <a:gd name="connsiteY5-988" fmla="*/ 4626572 h 4626572"/>
              <a:gd name="connsiteX6-989" fmla="*/ 254361 w 2128556"/>
              <a:gd name="connsiteY6-990" fmla="*/ 4624191 h 4626572"/>
              <a:gd name="connsiteX7-991" fmla="*/ 7144 w 2128556"/>
              <a:gd name="connsiteY7-992" fmla="*/ 4357924 h 4626572"/>
              <a:gd name="connsiteX8-993" fmla="*/ 0 w 2128556"/>
              <a:gd name="connsiteY8-994" fmla="*/ 292265 h 4626572"/>
              <a:gd name="connsiteX0-995" fmla="*/ 2874 w 2131430"/>
              <a:gd name="connsiteY0-996" fmla="*/ 292265 h 4626572"/>
              <a:gd name="connsiteX1-997" fmla="*/ 233422 w 2131430"/>
              <a:gd name="connsiteY1-998" fmla="*/ 16472 h 4626572"/>
              <a:gd name="connsiteX2-999" fmla="*/ 1898501 w 2131430"/>
              <a:gd name="connsiteY2-1000" fmla="*/ 11711 h 4626572"/>
              <a:gd name="connsiteX3-1001" fmla="*/ 2131430 w 2131430"/>
              <a:gd name="connsiteY3-1002" fmla="*/ 297027 h 4626572"/>
              <a:gd name="connsiteX4-1003" fmla="*/ 2131430 w 2131430"/>
              <a:gd name="connsiteY4-1004" fmla="*/ 4360305 h 4626572"/>
              <a:gd name="connsiteX5-1005" fmla="*/ 1869925 w 2131430"/>
              <a:gd name="connsiteY5-1006" fmla="*/ 4626572 h 4626572"/>
              <a:gd name="connsiteX6-1007" fmla="*/ 257235 w 2131430"/>
              <a:gd name="connsiteY6-1008" fmla="*/ 4624191 h 4626572"/>
              <a:gd name="connsiteX7-1009" fmla="*/ 493 w 2131430"/>
              <a:gd name="connsiteY7-1010" fmla="*/ 4357924 h 4626572"/>
              <a:gd name="connsiteX8-1011" fmla="*/ 2874 w 2131430"/>
              <a:gd name="connsiteY8-1012" fmla="*/ 292265 h 46265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2131430" h="4626572">
                <a:moveTo>
                  <a:pt x="2874" y="292265"/>
                </a:moveTo>
                <a:cubicBezTo>
                  <a:pt x="2874" y="155731"/>
                  <a:pt x="101650" y="18853"/>
                  <a:pt x="233422" y="16472"/>
                </a:cubicBezTo>
                <a:cubicBezTo>
                  <a:pt x="556504" y="2654"/>
                  <a:pt x="1580975" y="-10045"/>
                  <a:pt x="1898501" y="11711"/>
                </a:cubicBezTo>
                <a:cubicBezTo>
                  <a:pt x="2042179" y="21236"/>
                  <a:pt x="2131430" y="160493"/>
                  <a:pt x="2131430" y="297027"/>
                </a:cubicBezTo>
                <a:lnTo>
                  <a:pt x="2131430" y="4360305"/>
                </a:lnTo>
                <a:cubicBezTo>
                  <a:pt x="2131430" y="4496839"/>
                  <a:pt x="2006459" y="4626572"/>
                  <a:pt x="1869925" y="4626572"/>
                </a:cubicBezTo>
                <a:lnTo>
                  <a:pt x="257235" y="4624191"/>
                </a:lnTo>
                <a:cubicBezTo>
                  <a:pt x="120701" y="4624191"/>
                  <a:pt x="493" y="4494458"/>
                  <a:pt x="493" y="4357924"/>
                </a:cubicBezTo>
                <a:cubicBezTo>
                  <a:pt x="-1888" y="3002704"/>
                  <a:pt x="5255" y="1647485"/>
                  <a:pt x="2874" y="292265"/>
                </a:cubicBez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.xml"/><Relationship Id="rId3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fld id="{00D1CE85-AA59-46D7-98F4-301D80B4061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fld id="{B9B05A01-6F48-4D1A-BEA9-613C8F70D2D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K2D" panose="00000500000000000000" pitchFamily="2" charset="-3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3143" y="3006090"/>
            <a:ext cx="11205713" cy="1729699"/>
          </a:xfrm>
        </p:spPr>
        <p:txBody>
          <a:bodyPr>
            <a:normAutofit fontScale="90000"/>
          </a:bodyPr>
          <a:lstStyle/>
          <a:p>
            <a:r>
              <a:rPr lang="en-US" altLang="en-US" sz="3600" dirty="0"/>
              <a:t>APPLYING HYBRID RAG TECHNOLOGY IN A CHATBOT FOR CONSULTING ON SEXUALLY TRANSMITTED DISEASES (STDs)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4244555" y="4917898"/>
            <a:ext cx="4513683" cy="1597200"/>
          </a:xfrm>
        </p:spPr>
        <p:txBody>
          <a:bodyPr/>
          <a:lstStyle/>
          <a:p>
            <a:pPr algn="l"/>
            <a:r>
              <a:rPr lang="en-US" dirty="0"/>
              <a:t>Name: Le Huynh Dang</a:t>
            </a:r>
          </a:p>
          <a:p>
            <a:pPr algn="l"/>
            <a:r>
              <a:rPr lang="en-US" dirty="0"/>
              <a:t>Student code: B2111977</a:t>
            </a:r>
          </a:p>
          <a:p>
            <a:pPr algn="l"/>
            <a:r>
              <a:rPr lang="en-US" dirty="0"/>
              <a:t>Instructor: Dr. Lam Nhut Khang</a:t>
            </a:r>
          </a:p>
          <a:p>
            <a:pPr algn="l"/>
            <a:r>
              <a:rPr lang="en-US" dirty="0"/>
              <a:t>Major: Information and technology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B2ADA6-71D5-81C4-E65C-DD15AEC5F9F6}"/>
              </a:ext>
            </a:extLst>
          </p:cNvPr>
          <p:cNvSpPr txBox="1"/>
          <p:nvPr/>
        </p:nvSpPr>
        <p:spPr>
          <a:xfrm>
            <a:off x="2630146" y="1654073"/>
            <a:ext cx="69317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CCFFFF"/>
                </a:solidFill>
                <a:latin typeface="K2D" panose="020B0604020202020204" charset="-34"/>
                <a:cs typeface="K2D" panose="020B0604020202020204" charset="-34"/>
              </a:rPr>
              <a:t>UNIVERSITY THESIS DEFENSE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949003-25F5-0E86-581A-8809648911EE}"/>
              </a:ext>
            </a:extLst>
          </p:cNvPr>
          <p:cNvSpPr txBox="1"/>
          <p:nvPr/>
        </p:nvSpPr>
        <p:spPr>
          <a:xfrm>
            <a:off x="4778986" y="2360859"/>
            <a:ext cx="26773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CCFFFF"/>
                </a:solidFill>
                <a:latin typeface="K2D" panose="020B0604020202020204" charset="-34"/>
                <a:cs typeface="K2D" panose="020B0604020202020204" charset="-34"/>
              </a:rPr>
              <a:t>TOPIC NAME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DC7AD1-2841-9D15-05CA-DAB0D359505C}"/>
              </a:ext>
            </a:extLst>
          </p:cNvPr>
          <p:cNvSpPr txBox="1"/>
          <p:nvPr/>
        </p:nvSpPr>
        <p:spPr>
          <a:xfrm>
            <a:off x="3441280" y="19736"/>
            <a:ext cx="53527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dirty="0">
                <a:solidFill>
                  <a:schemeClr val="bg1"/>
                </a:solidFill>
                <a:latin typeface="Readex Pro" panose="020B0604020202020204" charset="-78"/>
                <a:cs typeface="Readex Pro" panose="020B0604020202020204" charset="-78"/>
              </a:rPr>
              <a:t>MINISTRY OF EDUCATION AND TRAINING</a:t>
            </a:r>
            <a:endParaRPr lang="en-US" dirty="0">
              <a:solidFill>
                <a:schemeClr val="bg1"/>
              </a:solidFill>
              <a:latin typeface="Readex Pro" panose="020B0604020202020204" charset="-78"/>
              <a:cs typeface="Readex Pro" panose="020B0604020202020204" charset="-78"/>
            </a:endParaRPr>
          </a:p>
          <a:p>
            <a:pPr algn="ctr"/>
            <a:r>
              <a:rPr lang="es-ES" b="1" dirty="0">
                <a:solidFill>
                  <a:schemeClr val="bg1"/>
                </a:solidFill>
                <a:latin typeface="Readex Pro" panose="020B0604020202020204" charset="-78"/>
                <a:cs typeface="Readex Pro" panose="020B0604020202020204" charset="-78"/>
              </a:rPr>
              <a:t>CAN THO UNIVERSITY</a:t>
            </a:r>
            <a:endParaRPr lang="en-US" dirty="0">
              <a:solidFill>
                <a:schemeClr val="bg1"/>
              </a:solidFill>
              <a:latin typeface="Readex Pro" panose="020B0604020202020204" charset="-78"/>
              <a:cs typeface="Readex Pro" panose="020B0604020202020204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C11A3B51-60DE-20FB-AA1C-EB013F75A0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143" y="2924764"/>
            <a:ext cx="11205713" cy="1597200"/>
          </a:xfrm>
        </p:spPr>
        <p:txBody>
          <a:bodyPr>
            <a:normAutofit fontScale="90000"/>
          </a:bodyPr>
          <a:lstStyle/>
          <a:p>
            <a:r>
              <a:rPr lang="en-US" altLang="en-US" sz="3600" dirty="0"/>
              <a:t>APPLYING HYBRID RAG TECHNOLOGY IN A CHATBOT FOR CONSULTING ON SEXUALLY TRANSMITTED DISEASES (STDs)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BD6A4C6B-4052-7087-46AB-87042FAA64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44555" y="4917898"/>
            <a:ext cx="4513683" cy="1597200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Name: Le Huynh Dang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Student code: B2111977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Instructor: Dr. Lam Nhut Khang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Major: Information and technology</a:t>
            </a:r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07977C-184E-A990-09DF-6F0EE3CD1F54}"/>
              </a:ext>
            </a:extLst>
          </p:cNvPr>
          <p:cNvSpPr txBox="1"/>
          <p:nvPr/>
        </p:nvSpPr>
        <p:spPr>
          <a:xfrm>
            <a:off x="3144496" y="1675597"/>
            <a:ext cx="6179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K2D" panose="020B0604020202020204" charset="-34"/>
                <a:cs typeface="K2D" panose="020B0604020202020204" charset="-34"/>
              </a:rPr>
              <a:t>UNIVERSITY THESIS DEFENSE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A83C5A-3F54-8A92-95AE-34DCDEEB9549}"/>
              </a:ext>
            </a:extLst>
          </p:cNvPr>
          <p:cNvSpPr txBox="1"/>
          <p:nvPr/>
        </p:nvSpPr>
        <p:spPr>
          <a:xfrm>
            <a:off x="4778986" y="2236442"/>
            <a:ext cx="26773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K2D" panose="020B0604020202020204" charset="-34"/>
                <a:cs typeface="K2D" panose="020B0604020202020204" charset="-34"/>
              </a:rPr>
              <a:t>TOPIC NAME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0AC1A2-AECB-8F6D-16FA-00B14FA47487}"/>
              </a:ext>
            </a:extLst>
          </p:cNvPr>
          <p:cNvSpPr txBox="1"/>
          <p:nvPr/>
        </p:nvSpPr>
        <p:spPr>
          <a:xfrm>
            <a:off x="3441280" y="19736"/>
            <a:ext cx="53527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dirty="0">
                <a:latin typeface="Readex Pro" panose="020B0604020202020204" charset="-78"/>
                <a:cs typeface="Readex Pro" panose="020B0604020202020204" charset="-78"/>
              </a:rPr>
              <a:t>MINISTRY OF EDUCATION AND TRAINING</a:t>
            </a:r>
            <a:endParaRPr lang="en-US" dirty="0">
              <a:latin typeface="Readex Pro" panose="020B0604020202020204" charset="-78"/>
              <a:cs typeface="Readex Pro" panose="020B0604020202020204" charset="-78"/>
            </a:endParaRPr>
          </a:p>
          <a:p>
            <a:pPr algn="ctr"/>
            <a:r>
              <a:rPr lang="es-ES" b="1" dirty="0">
                <a:latin typeface="Readex Pro" panose="020B0604020202020204" charset="-78"/>
                <a:cs typeface="Readex Pro" panose="020B0604020202020204" charset="-78"/>
              </a:rPr>
              <a:t>CAN THO UNIVERSITY</a:t>
            </a:r>
            <a:endParaRPr lang="en-US" dirty="0">
              <a:latin typeface="Readex Pro" panose="020B0604020202020204" charset="-78"/>
              <a:cs typeface="Readex Pro" panose="020B0604020202020204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A3AAA8C1-1544-B442-D731-7F2571B417F3}"/>
              </a:ext>
            </a:extLst>
          </p:cNvPr>
          <p:cNvGrpSpPr/>
          <p:nvPr/>
        </p:nvGrpSpPr>
        <p:grpSpPr>
          <a:xfrm>
            <a:off x="1451610" y="320040"/>
            <a:ext cx="9521190" cy="5852160"/>
            <a:chOff x="426720" y="274320"/>
            <a:chExt cx="5120640" cy="630936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80DF85C-C692-5E16-0101-17CA93A8CECA}"/>
                </a:ext>
              </a:extLst>
            </p:cNvPr>
            <p:cNvSpPr/>
            <p:nvPr/>
          </p:nvSpPr>
          <p:spPr>
            <a:xfrm>
              <a:off x="426720" y="274320"/>
              <a:ext cx="274320" cy="6309360"/>
            </a:xfrm>
            <a:prstGeom prst="rect">
              <a:avLst/>
            </a:prstGeom>
            <a:solidFill>
              <a:srgbClr val="1DB9BE"/>
            </a:solidFill>
            <a:ln>
              <a:solidFill>
                <a:srgbClr val="1DB9B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E239CB75-89A2-2074-335F-4CA371B1F9C1}"/>
                </a:ext>
              </a:extLst>
            </p:cNvPr>
            <p:cNvGrpSpPr/>
            <p:nvPr/>
          </p:nvGrpSpPr>
          <p:grpSpPr>
            <a:xfrm>
              <a:off x="701040" y="274320"/>
              <a:ext cx="4846320" cy="6236208"/>
              <a:chOff x="701040" y="274320"/>
              <a:chExt cx="4846320" cy="6236208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0DA77994-BAE0-16CF-B926-484B9DA8156F}"/>
                  </a:ext>
                </a:extLst>
              </p:cNvPr>
              <p:cNvGrpSpPr/>
              <p:nvPr/>
            </p:nvGrpSpPr>
            <p:grpSpPr>
              <a:xfrm>
                <a:off x="701040" y="274320"/>
                <a:ext cx="4846320" cy="4974336"/>
                <a:chOff x="701040" y="274320"/>
                <a:chExt cx="4846320" cy="4974336"/>
              </a:xfrm>
            </p:grpSpPr>
            <p:sp>
              <p:nvSpPr>
                <p:cNvPr id="5" name="Chevron 2">
                  <a:extLst>
                    <a:ext uri="{FF2B5EF4-FFF2-40B4-BE49-F238E27FC236}">
                      <a16:creationId xmlns:a16="http://schemas.microsoft.com/office/drawing/2014/main" id="{B4C31E53-9A1C-4C9D-837B-108D8CB1FC78}"/>
                    </a:ext>
                  </a:extLst>
                </p:cNvPr>
                <p:cNvSpPr/>
                <p:nvPr/>
              </p:nvSpPr>
              <p:spPr>
                <a:xfrm>
                  <a:off x="701040" y="274320"/>
                  <a:ext cx="4846320" cy="1188720"/>
                </a:xfrm>
                <a:prstGeom prst="chevron">
                  <a:avLst/>
                </a:prstGeom>
                <a:solidFill>
                  <a:srgbClr val="2BC6C9"/>
                </a:solidFill>
                <a:ln w="3175">
                  <a:solidFill>
                    <a:srgbClr val="2BC6C9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/>
                </a:p>
              </p:txBody>
            </p:sp>
            <p:sp>
              <p:nvSpPr>
                <p:cNvPr id="7" name="Rounded Rectangle 4">
                  <a:extLst>
                    <a:ext uri="{FF2B5EF4-FFF2-40B4-BE49-F238E27FC236}">
                      <a16:creationId xmlns:a16="http://schemas.microsoft.com/office/drawing/2014/main" id="{332240A1-5F6D-E0B2-164A-10FC1643D115}"/>
                    </a:ext>
                  </a:extLst>
                </p:cNvPr>
                <p:cNvSpPr/>
                <p:nvPr/>
              </p:nvSpPr>
              <p:spPr>
                <a:xfrm>
                  <a:off x="838200" y="448056"/>
                  <a:ext cx="822960" cy="914400"/>
                </a:xfrm>
                <a:prstGeom prst="roundRect">
                  <a:avLst/>
                </a:prstGeom>
                <a:solidFill>
                  <a:srgbClr val="FFFFFF"/>
                </a:solidFill>
                <a:ln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 sz="2400" b="1">
                      <a:solidFill>
                        <a:srgbClr val="2B6CB8"/>
                      </a:solidFill>
                    </a:defRPr>
                  </a:pPr>
                  <a:r>
                    <a:t>01</a:t>
                  </a:r>
                </a:p>
              </p:txBody>
            </p:sp>
            <p:sp>
              <p:nvSpPr>
                <p:cNvPr id="8" name="TextBox 5">
                  <a:extLst>
                    <a:ext uri="{FF2B5EF4-FFF2-40B4-BE49-F238E27FC236}">
                      <a16:creationId xmlns:a16="http://schemas.microsoft.com/office/drawing/2014/main" id="{1D8ED43C-C398-DB86-0412-5EDECB54B247}"/>
                    </a:ext>
                  </a:extLst>
                </p:cNvPr>
                <p:cNvSpPr txBox="1"/>
                <p:nvPr/>
              </p:nvSpPr>
              <p:spPr>
                <a:xfrm>
                  <a:off x="1935480" y="659034"/>
                  <a:ext cx="2372701" cy="49244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defRPr sz="2600" b="1">
                      <a:solidFill>
                        <a:srgbClr val="FFFFFF"/>
                      </a:solidFill>
                    </a:defRPr>
                  </a:pPr>
                  <a:r>
                    <a:rPr lang="en-US" dirty="0"/>
                    <a:t>INTRODUCTION</a:t>
                  </a:r>
                  <a:endParaRPr dirty="0"/>
                </a:p>
              </p:txBody>
            </p:sp>
            <p:sp>
              <p:nvSpPr>
                <p:cNvPr id="10" name="Chevron 7">
                  <a:extLst>
                    <a:ext uri="{FF2B5EF4-FFF2-40B4-BE49-F238E27FC236}">
                      <a16:creationId xmlns:a16="http://schemas.microsoft.com/office/drawing/2014/main" id="{098B1C1A-592F-E562-22A5-D600A78D287F}"/>
                    </a:ext>
                  </a:extLst>
                </p:cNvPr>
                <p:cNvSpPr/>
                <p:nvPr/>
              </p:nvSpPr>
              <p:spPr>
                <a:xfrm>
                  <a:off x="701040" y="1536192"/>
                  <a:ext cx="4846320" cy="1188720"/>
                </a:xfrm>
                <a:prstGeom prst="chevron">
                  <a:avLst/>
                </a:prstGeom>
                <a:solidFill>
                  <a:srgbClr val="58D7D3"/>
                </a:solidFill>
                <a:ln w="3175">
                  <a:solidFill>
                    <a:srgbClr val="58D7D3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/>
                </a:p>
              </p:txBody>
            </p:sp>
            <p:sp>
              <p:nvSpPr>
                <p:cNvPr id="12" name="Rounded Rectangle 9">
                  <a:extLst>
                    <a:ext uri="{FF2B5EF4-FFF2-40B4-BE49-F238E27FC236}">
                      <a16:creationId xmlns:a16="http://schemas.microsoft.com/office/drawing/2014/main" id="{D6C00446-4296-AF00-6226-EA76704E3F23}"/>
                    </a:ext>
                  </a:extLst>
                </p:cNvPr>
                <p:cNvSpPr/>
                <p:nvPr/>
              </p:nvSpPr>
              <p:spPr>
                <a:xfrm>
                  <a:off x="838200" y="1709928"/>
                  <a:ext cx="822960" cy="914400"/>
                </a:xfrm>
                <a:prstGeom prst="roundRect">
                  <a:avLst/>
                </a:prstGeom>
                <a:solidFill>
                  <a:srgbClr val="FFFFFF"/>
                </a:solidFill>
                <a:ln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 sz="2400" b="1">
                      <a:solidFill>
                        <a:srgbClr val="2B6CB8"/>
                      </a:solidFill>
                    </a:defRPr>
                  </a:pPr>
                  <a:r>
                    <a:t>02</a:t>
                  </a:r>
                </a:p>
              </p:txBody>
            </p:sp>
            <p:sp>
              <p:nvSpPr>
                <p:cNvPr id="15" name="Chevron 12">
                  <a:extLst>
                    <a:ext uri="{FF2B5EF4-FFF2-40B4-BE49-F238E27FC236}">
                      <a16:creationId xmlns:a16="http://schemas.microsoft.com/office/drawing/2014/main" id="{7716ACCE-BE6C-6AE1-64D0-B05D66417C99}"/>
                    </a:ext>
                  </a:extLst>
                </p:cNvPr>
                <p:cNvSpPr/>
                <p:nvPr/>
              </p:nvSpPr>
              <p:spPr>
                <a:xfrm>
                  <a:off x="701040" y="2798064"/>
                  <a:ext cx="4846320" cy="1188720"/>
                </a:xfrm>
                <a:prstGeom prst="chevron">
                  <a:avLst/>
                </a:prstGeom>
                <a:solidFill>
                  <a:srgbClr val="34B3DA"/>
                </a:solidFill>
                <a:ln w="3175">
                  <a:solidFill>
                    <a:srgbClr val="34B3DA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/>
                </a:p>
              </p:txBody>
            </p:sp>
            <p:sp>
              <p:nvSpPr>
                <p:cNvPr id="17" name="Rounded Rectangle 14">
                  <a:extLst>
                    <a:ext uri="{FF2B5EF4-FFF2-40B4-BE49-F238E27FC236}">
                      <a16:creationId xmlns:a16="http://schemas.microsoft.com/office/drawing/2014/main" id="{D81C77E1-DE37-9200-8F2D-C97BFEE2899D}"/>
                    </a:ext>
                  </a:extLst>
                </p:cNvPr>
                <p:cNvSpPr/>
                <p:nvPr/>
              </p:nvSpPr>
              <p:spPr>
                <a:xfrm>
                  <a:off x="838200" y="2971800"/>
                  <a:ext cx="822960" cy="914400"/>
                </a:xfrm>
                <a:prstGeom prst="roundRect">
                  <a:avLst/>
                </a:prstGeom>
                <a:solidFill>
                  <a:srgbClr val="FFFFFF"/>
                </a:solidFill>
                <a:ln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 sz="2400" b="1">
                      <a:solidFill>
                        <a:srgbClr val="2B6CB8"/>
                      </a:solidFill>
                    </a:defRPr>
                  </a:pPr>
                  <a:r>
                    <a:t>03</a:t>
                  </a:r>
                </a:p>
              </p:txBody>
            </p:sp>
            <p:sp>
              <p:nvSpPr>
                <p:cNvPr id="18" name="TextBox 15">
                  <a:extLst>
                    <a:ext uri="{FF2B5EF4-FFF2-40B4-BE49-F238E27FC236}">
                      <a16:creationId xmlns:a16="http://schemas.microsoft.com/office/drawing/2014/main" id="{CEA226EF-DAF2-E18B-03D0-10D9B7E8B761}"/>
                    </a:ext>
                  </a:extLst>
                </p:cNvPr>
                <p:cNvSpPr txBox="1"/>
                <p:nvPr/>
              </p:nvSpPr>
              <p:spPr>
                <a:xfrm>
                  <a:off x="1935480" y="1867577"/>
                  <a:ext cx="2534854" cy="53091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defRPr sz="2600" b="1">
                      <a:solidFill>
                        <a:srgbClr val="FFFFFF"/>
                      </a:solidFill>
                    </a:defRPr>
                  </a:pPr>
                  <a:r>
                    <a:rPr lang="en-US" dirty="0"/>
                    <a:t>METHODOLOGY</a:t>
                  </a:r>
                  <a:endParaRPr dirty="0"/>
                </a:p>
              </p:txBody>
            </p:sp>
            <p:sp>
              <p:nvSpPr>
                <p:cNvPr id="20" name="Chevron 17">
                  <a:extLst>
                    <a:ext uri="{FF2B5EF4-FFF2-40B4-BE49-F238E27FC236}">
                      <a16:creationId xmlns:a16="http://schemas.microsoft.com/office/drawing/2014/main" id="{A13872B6-157E-D352-7A65-F5AC87F2C09B}"/>
                    </a:ext>
                  </a:extLst>
                </p:cNvPr>
                <p:cNvSpPr/>
                <p:nvPr/>
              </p:nvSpPr>
              <p:spPr>
                <a:xfrm>
                  <a:off x="701040" y="4059936"/>
                  <a:ext cx="4846320" cy="1188720"/>
                </a:xfrm>
                <a:prstGeom prst="chevron">
                  <a:avLst/>
                </a:prstGeom>
                <a:solidFill>
                  <a:srgbClr val="2B6CB8"/>
                </a:solidFill>
                <a:ln w="3175">
                  <a:solidFill>
                    <a:srgbClr val="2B6CB8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/>
                </a:p>
              </p:txBody>
            </p:sp>
            <p:sp>
              <p:nvSpPr>
                <p:cNvPr id="22" name="Rounded Rectangle 19">
                  <a:extLst>
                    <a:ext uri="{FF2B5EF4-FFF2-40B4-BE49-F238E27FC236}">
                      <a16:creationId xmlns:a16="http://schemas.microsoft.com/office/drawing/2014/main" id="{73A1AFC7-4EAC-8BBE-A6D3-0DD5DB02ED95}"/>
                    </a:ext>
                  </a:extLst>
                </p:cNvPr>
                <p:cNvSpPr/>
                <p:nvPr/>
              </p:nvSpPr>
              <p:spPr>
                <a:xfrm>
                  <a:off x="838200" y="4233672"/>
                  <a:ext cx="822960" cy="914400"/>
                </a:xfrm>
                <a:prstGeom prst="roundRect">
                  <a:avLst/>
                </a:prstGeom>
                <a:solidFill>
                  <a:srgbClr val="FFFFFF"/>
                </a:solidFill>
                <a:ln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 sz="2400" b="1">
                      <a:solidFill>
                        <a:srgbClr val="2B6CB8"/>
                      </a:solidFill>
                    </a:defRPr>
                  </a:pPr>
                  <a:r>
                    <a:t>04</a:t>
                  </a:r>
                </a:p>
              </p:txBody>
            </p:sp>
            <p:sp>
              <p:nvSpPr>
                <p:cNvPr id="23" name="TextBox 20">
                  <a:extLst>
                    <a:ext uri="{FF2B5EF4-FFF2-40B4-BE49-F238E27FC236}">
                      <a16:creationId xmlns:a16="http://schemas.microsoft.com/office/drawing/2014/main" id="{AF84E7D3-FEBA-4483-D176-0E80973822E6}"/>
                    </a:ext>
                  </a:extLst>
                </p:cNvPr>
                <p:cNvSpPr txBox="1"/>
                <p:nvPr/>
              </p:nvSpPr>
              <p:spPr>
                <a:xfrm>
                  <a:off x="1935480" y="3126965"/>
                  <a:ext cx="2864339" cy="53091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defRPr sz="2600" b="1">
                      <a:solidFill>
                        <a:srgbClr val="FFFFFF"/>
                      </a:solidFill>
                    </a:defRPr>
                  </a:pPr>
                  <a:r>
                    <a:rPr lang="en-US" dirty="0"/>
                    <a:t>IMPLEMENTATION</a:t>
                  </a:r>
                  <a:endParaRPr dirty="0"/>
                </a:p>
              </p:txBody>
            </p:sp>
            <p:sp>
              <p:nvSpPr>
                <p:cNvPr id="33" name="TextBox 20">
                  <a:extLst>
                    <a:ext uri="{FF2B5EF4-FFF2-40B4-BE49-F238E27FC236}">
                      <a16:creationId xmlns:a16="http://schemas.microsoft.com/office/drawing/2014/main" id="{2313C32C-FCB0-846E-5805-B28CD80248BC}"/>
                    </a:ext>
                  </a:extLst>
                </p:cNvPr>
                <p:cNvSpPr txBox="1"/>
                <p:nvPr/>
              </p:nvSpPr>
              <p:spPr>
                <a:xfrm>
                  <a:off x="1935480" y="4173154"/>
                  <a:ext cx="3063629" cy="96228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defRPr sz="2600" b="1">
                      <a:solidFill>
                        <a:srgbClr val="FFFFFF"/>
                      </a:solidFill>
                    </a:defRPr>
                  </a:pPr>
                  <a:r>
                    <a:rPr lang="en-US" dirty="0"/>
                    <a:t>EXPERIMENTS AND </a:t>
                  </a:r>
                </a:p>
                <a:p>
                  <a:pPr>
                    <a:defRPr sz="2600" b="1">
                      <a:solidFill>
                        <a:srgbClr val="FFFFFF"/>
                      </a:solidFill>
                    </a:defRPr>
                  </a:pPr>
                  <a:r>
                    <a:rPr lang="en-US" dirty="0"/>
                    <a:t>EVALUATION</a:t>
                  </a:r>
                  <a:endParaRPr dirty="0"/>
                </a:p>
              </p:txBody>
            </p:sp>
          </p:grpSp>
          <p:sp>
            <p:nvSpPr>
              <p:cNvPr id="25" name="Chevron 22">
                <a:extLst>
                  <a:ext uri="{FF2B5EF4-FFF2-40B4-BE49-F238E27FC236}">
                    <a16:creationId xmlns:a16="http://schemas.microsoft.com/office/drawing/2014/main" id="{FAACAECD-CB97-F6AB-31CD-13CC679B2F48}"/>
                  </a:ext>
                </a:extLst>
              </p:cNvPr>
              <p:cNvSpPr/>
              <p:nvPr/>
            </p:nvSpPr>
            <p:spPr>
              <a:xfrm>
                <a:off x="701040" y="5321808"/>
                <a:ext cx="4846320" cy="1188720"/>
              </a:xfrm>
              <a:prstGeom prst="chevron">
                <a:avLst/>
              </a:prstGeom>
              <a:solidFill>
                <a:srgbClr val="113B67"/>
              </a:solidFill>
              <a:ln w="3175">
                <a:solidFill>
                  <a:srgbClr val="113B6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dirty="0"/>
              </a:p>
            </p:txBody>
          </p:sp>
          <p:sp>
            <p:nvSpPr>
              <p:cNvPr id="27" name="Rounded Rectangle 24">
                <a:extLst>
                  <a:ext uri="{FF2B5EF4-FFF2-40B4-BE49-F238E27FC236}">
                    <a16:creationId xmlns:a16="http://schemas.microsoft.com/office/drawing/2014/main" id="{662F7605-3ACB-3338-E9C7-2648D28966CA}"/>
                  </a:ext>
                </a:extLst>
              </p:cNvPr>
              <p:cNvSpPr/>
              <p:nvPr/>
            </p:nvSpPr>
            <p:spPr>
              <a:xfrm>
                <a:off x="838200" y="5495544"/>
                <a:ext cx="822960" cy="91440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 sz="2400" b="1">
                    <a:solidFill>
                      <a:srgbClr val="2B6CB8"/>
                    </a:solidFill>
                  </a:defRPr>
                </a:pPr>
                <a:r>
                  <a:rPr dirty="0"/>
                  <a:t>05</a:t>
                </a:r>
              </a:p>
            </p:txBody>
          </p:sp>
          <p:sp>
            <p:nvSpPr>
              <p:cNvPr id="28" name="TextBox 25">
                <a:extLst>
                  <a:ext uri="{FF2B5EF4-FFF2-40B4-BE49-F238E27FC236}">
                    <a16:creationId xmlns:a16="http://schemas.microsoft.com/office/drawing/2014/main" id="{51A701FD-CD3C-7008-68E7-217C47EFDFBF}"/>
                  </a:ext>
                </a:extLst>
              </p:cNvPr>
              <p:cNvSpPr txBox="1"/>
              <p:nvPr/>
            </p:nvSpPr>
            <p:spPr>
              <a:xfrm>
                <a:off x="1935480" y="5468112"/>
                <a:ext cx="2939955" cy="962283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 sz="2600" b="1">
                    <a:solidFill>
                      <a:srgbClr val="FFFFFF"/>
                    </a:solidFill>
                  </a:defRPr>
                </a:pPr>
                <a:r>
                  <a:rPr lang="en-US" dirty="0"/>
                  <a:t>CONCLUSION AND </a:t>
                </a:r>
              </a:p>
              <a:p>
                <a:pPr>
                  <a:defRPr sz="2600" b="1">
                    <a:solidFill>
                      <a:srgbClr val="FFFFFF"/>
                    </a:solidFill>
                  </a:defRPr>
                </a:pPr>
                <a:r>
                  <a:rPr lang="en-US" dirty="0"/>
                  <a:t>FUTURE WORK</a:t>
                </a:r>
                <a:endParaRPr dirty="0"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315A43-B1AC-4383-2C2F-B7BDE2AFC88A}"/>
              </a:ext>
            </a:extLst>
          </p:cNvPr>
          <p:cNvSpPr txBox="1"/>
          <p:nvPr/>
        </p:nvSpPr>
        <p:spPr>
          <a:xfrm>
            <a:off x="3291840" y="434340"/>
            <a:ext cx="50520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K2D" panose="020B0604020202020204" charset="-34"/>
                <a:cs typeface="K2D" panose="020B0604020202020204" charset="-34"/>
              </a:rPr>
              <a:t>INTRODUCTION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CF2596-0012-5B2B-17F5-346F88483CC0}"/>
              </a:ext>
            </a:extLst>
          </p:cNvPr>
          <p:cNvSpPr txBox="1"/>
          <p:nvPr/>
        </p:nvSpPr>
        <p:spPr>
          <a:xfrm>
            <a:off x="3529805" y="5749290"/>
            <a:ext cx="2776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Conclusion and future 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CÁM ƠN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Chevron 3"/>
          <p:cNvSpPr/>
          <p:nvPr/>
        </p:nvSpPr>
        <p:spPr>
          <a:xfrm>
            <a:off x="731520" y="685800"/>
            <a:ext cx="10728960" cy="822960"/>
          </a:xfrm>
          <a:prstGeom prst="chevron">
            <a:avLst/>
          </a:prstGeom>
          <a:solidFill>
            <a:srgbClr val="106BC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822960"/>
            <a:ext cx="1036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CHƯƠNG 03 — PHƯƠNG PHÁP &amp; CÀI ĐẶT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10789920" cy="1280160"/>
          </a:xfrm>
          <a:prstGeom prst="roundRect">
            <a:avLst/>
          </a:prstGeom>
          <a:solidFill>
            <a:srgbClr val="E9F2FD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>
                <a:solidFill>
                  <a:srgbClr val="152539"/>
                </a:solidFill>
              </a:defRPr>
            </a:pPr>
            <a:r>
              <a:t>• Kiến trúc hệ thống, pipeline dữ liệu, chỉ mục BM25/FAISS, truy hồi lai với RRF, (tuỳ chọn) GraphRAG.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383280"/>
            <a:ext cx="10789920" cy="1005840"/>
          </a:xfrm>
          <a:prstGeom prst="roundRect">
            <a:avLst/>
          </a:prstGeom>
          <a:solidFill>
            <a:srgbClr val="E9F2FD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>
                <a:solidFill>
                  <a:srgbClr val="152539"/>
                </a:solidFill>
              </a:defRPr>
            </a:pPr>
            <a:r>
              <a:t>• Triển khai: FastAPI backend, giao diện web, chính sách an toàn &amp; trích dẫn, logging/đo độ trễ.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Chevron 3"/>
          <p:cNvSpPr/>
          <p:nvPr/>
        </p:nvSpPr>
        <p:spPr>
          <a:xfrm>
            <a:off x="731520" y="685800"/>
            <a:ext cx="10728960" cy="822960"/>
          </a:xfrm>
          <a:prstGeom prst="chevron">
            <a:avLst/>
          </a:prstGeom>
          <a:solidFill>
            <a:srgbClr val="106BC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822960"/>
            <a:ext cx="1036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3.1 Kiến trúc tổng thể</a:t>
            </a:r>
          </a:p>
        </p:txBody>
      </p:sp>
      <p:pic>
        <p:nvPicPr>
          <p:cNvPr id="6" name="Picture 5" descr="ch3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920"/>
            <a:ext cx="11155680" cy="62750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Chevron 3"/>
          <p:cNvSpPr/>
          <p:nvPr/>
        </p:nvSpPr>
        <p:spPr>
          <a:xfrm>
            <a:off x="731520" y="685800"/>
            <a:ext cx="10728960" cy="822960"/>
          </a:xfrm>
          <a:prstGeom prst="chevron">
            <a:avLst/>
          </a:prstGeom>
          <a:solidFill>
            <a:srgbClr val="106BC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822960"/>
            <a:ext cx="1036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3.2 Pipeline dữ liệu &amp; chunking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10789920" cy="3291840"/>
          </a:xfrm>
          <a:prstGeom prst="roundRect">
            <a:avLst/>
          </a:prstGeom>
          <a:solidFill>
            <a:srgbClr val="E9F2FD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152539"/>
                </a:solidFill>
              </a:defRPr>
            </a:pPr>
            <a:r>
              <a:t>• Thu thập từ CDC/WHO/NHS/Vinmec… → làm sạch → chuẩn hoá Unicode/dấu câu → trích heading.</a:t>
            </a:r>
          </a:p>
          <a:p>
            <a:pPr>
              <a:defRPr sz="2000">
                <a:solidFill>
                  <a:srgbClr val="152539"/>
                </a:solidFill>
              </a:defRPr>
            </a:pPr>
            <a:r>
              <a:t>• Chunking theo heading/độ dài (~512–1,024 tokens); gắn metadata (nguồn, URL, ngày, section, ngôn ngữ).</a:t>
            </a:r>
          </a:p>
          <a:p>
            <a:pPr>
              <a:defRPr sz="2000">
                <a:solidFill>
                  <a:srgbClr val="152539"/>
                </a:solidFill>
              </a:defRPr>
            </a:pPr>
            <a:r>
              <a:t>• Lưu **chunks.jsonl**; tạo **bm25_index/**, **faiss.index + ids.npy**; (tuỳ chọn) **graph.json + alias_map.json**.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Chevron 3"/>
          <p:cNvSpPr/>
          <p:nvPr/>
        </p:nvSpPr>
        <p:spPr>
          <a:xfrm>
            <a:off x="731520" y="685800"/>
            <a:ext cx="10728960" cy="822960"/>
          </a:xfrm>
          <a:prstGeom prst="chevron">
            <a:avLst/>
          </a:prstGeom>
          <a:solidFill>
            <a:srgbClr val="106BC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822960"/>
            <a:ext cx="1036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3.3 Lập chỉ mục BM25 &amp; FAISS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10789920" cy="3291840"/>
          </a:xfrm>
          <a:prstGeom prst="roundRect">
            <a:avLst/>
          </a:prstGeom>
          <a:solidFill>
            <a:srgbClr val="E9F2FD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152539"/>
                </a:solidFill>
              </a:defRPr>
            </a:pPr>
            <a:r>
              <a:t>• BM25: khởi tạo chỉ mục lexical; hỗ trợ lọc theo trường metadata (ngôn ngữ/section).</a:t>
            </a:r>
          </a:p>
          <a:p>
            <a:pPr>
              <a:defRPr sz="2000">
                <a:solidFill>
                  <a:srgbClr val="152539"/>
                </a:solidFill>
              </a:defRPr>
            </a:pPr>
            <a:r>
              <a:t>• FAISS: nhúng bằng embedding model (normalized); **IndexFlatIP** cho độ chính xác cao, hoặc IVF/HNSW cho scale.</a:t>
            </a:r>
          </a:p>
          <a:p>
            <a:pPr>
              <a:defRPr sz="2000">
                <a:solidFill>
                  <a:srgbClr val="152539"/>
                </a:solidFill>
              </a:defRPr>
            </a:pPr>
            <a:r>
              <a:t>• Lưu id-map để truy vết nguồn (URL, tiêu đề, câu/đoạn).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Chevron 3"/>
          <p:cNvSpPr/>
          <p:nvPr/>
        </p:nvSpPr>
        <p:spPr>
          <a:xfrm>
            <a:off x="731520" y="685800"/>
            <a:ext cx="10728960" cy="822960"/>
          </a:xfrm>
          <a:prstGeom prst="chevron">
            <a:avLst/>
          </a:prstGeom>
          <a:solidFill>
            <a:srgbClr val="106BC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822960"/>
            <a:ext cx="1036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3.4 Truy hồi lai &amp; RRF</a:t>
            </a:r>
          </a:p>
        </p:txBody>
      </p:sp>
      <p:pic>
        <p:nvPicPr>
          <p:cNvPr id="6" name="Picture 5" descr="ch3_hyb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11155680" cy="627507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14400" y="5943600"/>
            <a:ext cx="10789920" cy="822960"/>
          </a:xfrm>
          <a:prstGeom prst="roundRect">
            <a:avLst/>
          </a:prstGeom>
          <a:solidFill>
            <a:srgbClr val="E9F2FD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152539"/>
                </a:solidFill>
              </a:defRPr>
            </a:pPr>
            <a:r>
              <a:t>• Hợp nhất theo hạng: score_RRF = Σ 1/(k + rank_i); ưu tiên đồng thuận, tránh lệch thang điểm.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Chevron 3"/>
          <p:cNvSpPr/>
          <p:nvPr/>
        </p:nvSpPr>
        <p:spPr>
          <a:xfrm>
            <a:off x="731520" y="685800"/>
            <a:ext cx="10728960" cy="822960"/>
          </a:xfrm>
          <a:prstGeom prst="chevron">
            <a:avLst/>
          </a:prstGeom>
          <a:solidFill>
            <a:srgbClr val="106BC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822960"/>
            <a:ext cx="1036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3.5 GraphRAG (tuỳ chọn)</a:t>
            </a:r>
          </a:p>
        </p:txBody>
      </p:sp>
      <p:pic>
        <p:nvPicPr>
          <p:cNvPr id="6" name="Picture 5" descr="ch3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11155680" cy="627507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Chevron 3"/>
          <p:cNvSpPr/>
          <p:nvPr/>
        </p:nvSpPr>
        <p:spPr>
          <a:xfrm>
            <a:off x="731520" y="685800"/>
            <a:ext cx="10728960" cy="822960"/>
          </a:xfrm>
          <a:prstGeom prst="chevron">
            <a:avLst/>
          </a:prstGeom>
          <a:solidFill>
            <a:srgbClr val="106BC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822960"/>
            <a:ext cx="1036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3.6 Backend &amp;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10789920" cy="3291840"/>
          </a:xfrm>
          <a:prstGeom prst="roundRect">
            <a:avLst/>
          </a:prstGeom>
          <a:solidFill>
            <a:srgbClr val="E9F2FD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152539"/>
                </a:solidFill>
              </a:defRPr>
            </a:pPr>
            <a:r>
              <a:t>• FastAPI: /api/chat (text+image), /api/upload, /api/auth…; CORS theo môi trường.</a:t>
            </a:r>
          </a:p>
          <a:p>
            <a:pPr>
              <a:defRPr sz="2000">
                <a:solidFill>
                  <a:srgbClr val="152539"/>
                </a:solidFill>
              </a:defRPr>
            </a:pPr>
            <a:r>
              <a:t>• Luồng xử lý: validate → retrieve (BM25+FAISS) → RRF → select top‑K → prompt LLM → safety → trả lời + trích dẫn.</a:t>
            </a:r>
          </a:p>
          <a:p>
            <a:pPr>
              <a:defRPr sz="2000">
                <a:solidFill>
                  <a:srgbClr val="152539"/>
                </a:solidFill>
              </a:defRPr>
            </a:pPr>
            <a:r>
              <a:t>• Log cấu trúc: thời gian từng bước, top‑ids, độ trễ end‑to‑end (p50/p95).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Chevron 3"/>
          <p:cNvSpPr/>
          <p:nvPr/>
        </p:nvSpPr>
        <p:spPr>
          <a:xfrm>
            <a:off x="731520" y="685800"/>
            <a:ext cx="10728960" cy="822960"/>
          </a:xfrm>
          <a:prstGeom prst="chevron">
            <a:avLst/>
          </a:prstGeom>
          <a:solidFill>
            <a:srgbClr val="106BC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822960"/>
            <a:ext cx="1036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3.7 Frontend &amp; 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10789920" cy="3291840"/>
          </a:xfrm>
          <a:prstGeom prst="roundRect">
            <a:avLst/>
          </a:prstGeom>
          <a:solidFill>
            <a:srgbClr val="E9F2FD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152539"/>
                </a:solidFill>
              </a:defRPr>
            </a:pPr>
            <a:r>
              <a:t>• Giao diện web dark‑theme: danh sách hội thoại, upload ảnh, rename/export, trạng thái pending.</a:t>
            </a:r>
          </a:p>
          <a:p>
            <a:pPr>
              <a:defRPr sz="2000">
                <a:solidFill>
                  <a:srgbClr val="152539"/>
                </a:solidFill>
              </a:defRPr>
            </a:pPr>
            <a:r>
              <a:t>• Hiển thị nguồn: logo + tiêu đề + link; cảnh báo 'không chẩn đoán' dưới mỗi câu trả lời.</a:t>
            </a:r>
          </a:p>
          <a:p>
            <a:pPr>
              <a:defRPr sz="2000">
                <a:solidFill>
                  <a:srgbClr val="152539"/>
                </a:solidFill>
              </a:defRPr>
            </a:pPr>
            <a:r>
              <a:t>• Hỗ trợ song ngữ EN/VN và voice (tuỳ chọn).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Chevron 3"/>
          <p:cNvSpPr/>
          <p:nvPr/>
        </p:nvSpPr>
        <p:spPr>
          <a:xfrm>
            <a:off x="731520" y="685800"/>
            <a:ext cx="10728960" cy="822960"/>
          </a:xfrm>
          <a:prstGeom prst="chevron">
            <a:avLst/>
          </a:prstGeom>
          <a:solidFill>
            <a:srgbClr val="106BC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822960"/>
            <a:ext cx="1036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3.8 An toàn &amp; riêng tư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10789920" cy="3291840"/>
          </a:xfrm>
          <a:prstGeom prst="roundRect">
            <a:avLst/>
          </a:prstGeom>
          <a:solidFill>
            <a:srgbClr val="E9F2FD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152539"/>
                </a:solidFill>
              </a:defRPr>
            </a:pPr>
            <a:r>
              <a:t>• No‑diagnosis; từ chối hướng dẫn nguy hiểm; khuyến nghị khám khi cần; lọc nội dung nhạy cảm.</a:t>
            </a:r>
          </a:p>
          <a:p>
            <a:pPr>
              <a:defRPr sz="2000">
                <a:solidFill>
                  <a:srgbClr val="152539"/>
                </a:solidFill>
              </a:defRPr>
            </a:pPr>
            <a:r>
              <a:t>• Không lưu PII; ẩn danh hoá nhật ký; kiểm soát token/API; rate‑limit và audit logs.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Chevron 3"/>
          <p:cNvSpPr/>
          <p:nvPr/>
        </p:nvSpPr>
        <p:spPr>
          <a:xfrm>
            <a:off x="731520" y="685800"/>
            <a:ext cx="10728960" cy="822960"/>
          </a:xfrm>
          <a:prstGeom prst="chevron">
            <a:avLst/>
          </a:prstGeom>
          <a:solidFill>
            <a:srgbClr val="106BC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822960"/>
            <a:ext cx="1036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3.9 Đo lường &amp; Cấu hình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10789920" cy="3291840"/>
          </a:xfrm>
          <a:prstGeom prst="roundRect">
            <a:avLst/>
          </a:prstGeom>
          <a:solidFill>
            <a:srgbClr val="E9F2FD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152539"/>
                </a:solidFill>
              </a:defRPr>
            </a:pPr>
            <a:r>
              <a:t>• Đo: nDCG@k, Recall@k, MRR; độ trễ p50/p95; tỉ lệ có trích dẫn; tỉ lệ từ chối an toàn.</a:t>
            </a:r>
          </a:p>
          <a:p>
            <a:pPr>
              <a:defRPr sz="2000">
                <a:solidFill>
                  <a:srgbClr val="152539"/>
                </a:solidFill>
              </a:defRPr>
            </a:pPr>
            <a:r>
              <a:t>• ENV: DB_*, JWT_SECRET, OPENAI_*, EMB_MODEL; tham số top‑K, k_RRF, max_ctx.</a:t>
            </a:r>
          </a:p>
          <a:p>
            <a:pPr>
              <a:defRPr sz="2000">
                <a:solidFill>
                  <a:srgbClr val="152539"/>
                </a:solidFill>
              </a:defRPr>
            </a:pPr>
            <a:r>
              <a:t>• Triển khai: Docker/Spaces/Render; preload chỉ mục; warm‑up ít nhất 1 truy vấn.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69</TotalTime>
  <Words>124</Words>
  <Application>Microsoft Office PowerPoint</Application>
  <PresentationFormat>Widescreen</PresentationFormat>
  <Paragraphs>34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Barlow</vt:lpstr>
      <vt:lpstr>Arial</vt:lpstr>
      <vt:lpstr>K2D</vt:lpstr>
      <vt:lpstr>Readex Pro</vt:lpstr>
      <vt:lpstr>Office Theme</vt:lpstr>
      <vt:lpstr>APPLYING HYBRID RAG TECHNOLOGY IN A CHATBOT FOR CONSULTING ON SEXUALLY TRANSMITTED DISEASES (STDs)</vt:lpstr>
      <vt:lpstr>APPLYING HYBRID RAG TECHNOLOGY IN A CHATBOT FOR CONSULTING ON SEXUALLY TRANSMITTED DISEASES (STDs)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CÁM ƠN</vt:lpstr>
    </vt:vector>
  </TitlesOfParts>
  <Company>Can Tho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PowerPointTemplate_Blank</dc:title>
  <dc:creator>CTU Media</dc:creator>
  <cp:lastModifiedBy>Đẳng Lê Huỳnh</cp:lastModifiedBy>
  <cp:revision>231</cp:revision>
  <dcterms:created xsi:type="dcterms:W3CDTF">2022-07-01T08:15:00Z</dcterms:created>
  <dcterms:modified xsi:type="dcterms:W3CDTF">2025-11-19T06:08:30Z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365C1CCE83484E2DBA316D777B0C0D0B_12</vt:lpwstr>
  </property>
  <property fmtid="{D5CDD505-2E9C-101B-9397-08002B2CF9AE}" pid="3" name="KSOProductBuildVer">
    <vt:lpwstr>1033-12.2.0.23155</vt:lpwstr>
  </property>
</Properties>
</file>